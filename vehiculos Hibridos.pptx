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23"/>
  </p:notesMasterIdLst>
  <p:sldIdLst>
    <p:sldId id="256" r:id="rId2"/>
    <p:sldId id="296" r:id="rId3"/>
    <p:sldId id="320" r:id="rId4"/>
    <p:sldId id="337" r:id="rId5"/>
    <p:sldId id="321" r:id="rId6"/>
    <p:sldId id="327" r:id="rId7"/>
    <p:sldId id="322" r:id="rId8"/>
    <p:sldId id="323" r:id="rId9"/>
    <p:sldId id="324" r:id="rId10"/>
    <p:sldId id="325" r:id="rId11"/>
    <p:sldId id="326" r:id="rId12"/>
    <p:sldId id="329" r:id="rId13"/>
    <p:sldId id="328" r:id="rId14"/>
    <p:sldId id="330" r:id="rId15"/>
    <p:sldId id="331" r:id="rId16"/>
    <p:sldId id="332" r:id="rId17"/>
    <p:sldId id="333" r:id="rId18"/>
    <p:sldId id="334" r:id="rId19"/>
    <p:sldId id="336" r:id="rId20"/>
    <p:sldId id="335" r:id="rId21"/>
    <p:sldId id="29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F49249-72B2-7BD4-8222-BAF39088C4CA}" name="Wilson Gustavo Morocho Dominguez" initials="WM" userId="S::wmorochod@ups.edu.ec::f91b0e3c-3e53-4afb-9af8-18abce55b8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2EB46-75B9-4336-9E10-F96F955B48C9}">
  <a:tblStyle styleId="{3F72EB46-75B9-4336-9E10-F96F955B4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35" autoAdjust="0"/>
    <p:restoredTop sz="94219" autoAdjust="0"/>
  </p:normalViewPr>
  <p:slideViewPr>
    <p:cSldViewPr snapToGrid="0">
      <p:cViewPr varScale="1">
        <p:scale>
          <a:sx n="93" d="100"/>
          <a:sy n="93" d="100"/>
        </p:scale>
        <p:origin x="55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Leonardo Llumiquinga Oña" userId="b34b9b7d-f784-47ea-8816-999e214d6337" providerId="ADAL" clId="{7775897E-F24D-43A8-A5F2-7375DD10618E}"/>
    <pc:docChg chg="undo custSel addSld delSld modSld">
      <pc:chgData name="Kevin Leonardo Llumiquinga Oña" userId="b34b9b7d-f784-47ea-8816-999e214d6337" providerId="ADAL" clId="{7775897E-F24D-43A8-A5F2-7375DD10618E}" dt="2025-07-30T18:02:00.949" v="736"/>
      <pc:docMkLst>
        <pc:docMk/>
      </pc:docMkLst>
      <pc:sldChg chg="modSp">
        <pc:chgData name="Kevin Leonardo Llumiquinga Oña" userId="b34b9b7d-f784-47ea-8816-999e214d6337" providerId="ADAL" clId="{7775897E-F24D-43A8-A5F2-7375DD10618E}" dt="2025-07-30T16:48:19.700" v="174" actId="20577"/>
        <pc:sldMkLst>
          <pc:docMk/>
          <pc:sldMk cId="0" sldId="257"/>
        </pc:sldMkLst>
        <pc:spChg chg="mod">
          <ac:chgData name="Kevin Leonardo Llumiquinga Oña" userId="b34b9b7d-f784-47ea-8816-999e214d6337" providerId="ADAL" clId="{7775897E-F24D-43A8-A5F2-7375DD10618E}" dt="2025-07-30T16:48:19.700" v="174" actId="20577"/>
          <ac:spMkLst>
            <pc:docMk/>
            <pc:sldMk cId="0" sldId="257"/>
            <ac:spMk id="28" creationId="{784C3197-3590-759B-19A7-393827C9954F}"/>
          </ac:spMkLst>
        </pc:spChg>
      </pc:sldChg>
      <pc:sldChg chg="delSp modSp">
        <pc:chgData name="Kevin Leonardo Llumiquinga Oña" userId="b34b9b7d-f784-47ea-8816-999e214d6337" providerId="ADAL" clId="{7775897E-F24D-43A8-A5F2-7375DD10618E}" dt="2025-07-30T15:31:16.969" v="112" actId="14100"/>
        <pc:sldMkLst>
          <pc:docMk/>
          <pc:sldMk cId="1057054705" sldId="294"/>
        </pc:sldMkLst>
        <pc:spChg chg="mod">
          <ac:chgData name="Kevin Leonardo Llumiquinga Oña" userId="b34b9b7d-f784-47ea-8816-999e214d6337" providerId="ADAL" clId="{7775897E-F24D-43A8-A5F2-7375DD10618E}" dt="2025-07-30T15:31:16.969" v="112" actId="14100"/>
          <ac:spMkLst>
            <pc:docMk/>
            <pc:sldMk cId="1057054705" sldId="294"/>
            <ac:spMk id="6" creationId="{54AB02EE-E1DC-E17E-8E88-A9CC9E58489B}"/>
          </ac:spMkLst>
        </pc:spChg>
        <pc:picChg chg="del">
          <ac:chgData name="Kevin Leonardo Llumiquinga Oña" userId="b34b9b7d-f784-47ea-8816-999e214d6337" providerId="ADAL" clId="{7775897E-F24D-43A8-A5F2-7375DD10618E}" dt="2025-07-30T15:31:12.465" v="111" actId="478"/>
          <ac:picMkLst>
            <pc:docMk/>
            <pc:sldMk cId="1057054705" sldId="294"/>
            <ac:picMk id="42" creationId="{CC906DD1-5E8D-5692-8349-41E2E49BE054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6:49:00.012" v="178" actId="1076"/>
        <pc:sldMkLst>
          <pc:docMk/>
          <pc:sldMk cId="305123740" sldId="296"/>
        </pc:sldMkLst>
        <pc:spChg chg="mod">
          <ac:chgData name="Kevin Leonardo Llumiquinga Oña" userId="b34b9b7d-f784-47ea-8816-999e214d6337" providerId="ADAL" clId="{7775897E-F24D-43A8-A5F2-7375DD10618E}" dt="2025-07-30T16:49:00.012" v="17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Kevin Leonardo Llumiquinga Oña" userId="b34b9b7d-f784-47ea-8816-999e214d6337" providerId="ADAL" clId="{7775897E-F24D-43A8-A5F2-7375DD10618E}" dt="2025-07-30T16:48:55.261" v="177" actId="1076"/>
          <ac:spMkLst>
            <pc:docMk/>
            <pc:sldMk cId="305123740" sldId="296"/>
            <ac:spMk id="16" creationId="{79C56859-778D-A03F-BB6B-077279F04D23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8:02:00.949" v="736"/>
        <pc:sldMkLst>
          <pc:docMk/>
          <pc:sldMk cId="934649720" sldId="297"/>
        </pc:sldMkLst>
        <pc:picChg chg="mod">
          <ac:chgData name="Kevin Leonardo Llumiquinga Oña" userId="b34b9b7d-f784-47ea-8816-999e214d6337" providerId="ADAL" clId="{7775897E-F24D-43A8-A5F2-7375DD10618E}" dt="2025-07-30T17:18:33.271" v="533" actId="1035"/>
          <ac:picMkLst>
            <pc:docMk/>
            <pc:sldMk cId="934649720" sldId="297"/>
            <ac:picMk id="2" creationId="{D57EBD53-1466-2EBE-173B-4AEAED7A3576}"/>
          </ac:picMkLst>
        </pc:picChg>
        <pc:picChg chg="add del">
          <ac:chgData name="Kevin Leonardo Llumiquinga Oña" userId="b34b9b7d-f784-47ea-8816-999e214d6337" providerId="ADAL" clId="{7775897E-F24D-43A8-A5F2-7375DD10618E}" dt="2025-07-30T18:02:00.949" v="736"/>
          <ac:picMkLst>
            <pc:docMk/>
            <pc:sldMk cId="934649720" sldId="297"/>
            <ac:picMk id="7" creationId="{60D9138A-96FD-4E9A-8FC4-158A5103D737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22:55.806" v="590" actId="14100"/>
        <pc:sldMkLst>
          <pc:docMk/>
          <pc:sldMk cId="2622882611" sldId="299"/>
        </pc:sldMkLst>
        <pc:spChg chg="mod">
          <ac:chgData name="Kevin Leonardo Llumiquinga Oña" userId="b34b9b7d-f784-47ea-8816-999e214d6337" providerId="ADAL" clId="{7775897E-F24D-43A8-A5F2-7375DD10618E}" dt="2025-07-30T17:22:38.892" v="585" actId="14100"/>
          <ac:spMkLst>
            <pc:docMk/>
            <pc:sldMk cId="2622882611" sldId="299"/>
            <ac:spMk id="4" creationId="{AEC062AB-32D8-3B2C-9083-42E4980CF7B2}"/>
          </ac:spMkLst>
        </pc:spChg>
        <pc:spChg chg="mod">
          <ac:chgData name="Kevin Leonardo Llumiquinga Oña" userId="b34b9b7d-f784-47ea-8816-999e214d6337" providerId="ADAL" clId="{7775897E-F24D-43A8-A5F2-7375DD10618E}" dt="2025-07-30T17:22:55.806" v="590" actId="14100"/>
          <ac:spMkLst>
            <pc:docMk/>
            <pc:sldMk cId="2622882611" sldId="299"/>
            <ac:spMk id="5" creationId="{04780A96-0174-9B30-7A2D-9135ECA45927}"/>
          </ac:spMkLst>
        </pc:spChg>
        <pc:spChg chg="mod">
          <ac:chgData name="Kevin Leonardo Llumiquinga Oña" userId="b34b9b7d-f784-47ea-8816-999e214d6337" providerId="ADAL" clId="{7775897E-F24D-43A8-A5F2-7375DD10618E}" dt="2025-07-30T17:21:15.701" v="562" actId="20577"/>
          <ac:spMkLst>
            <pc:docMk/>
            <pc:sldMk cId="2622882611" sldId="299"/>
            <ac:spMk id="6" creationId="{54AB02EE-E1DC-E17E-8E88-A9CC9E58489B}"/>
          </ac:spMkLst>
        </pc:spChg>
        <pc:spChg chg="mod ord">
          <ac:chgData name="Kevin Leonardo Llumiquinga Oña" userId="b34b9b7d-f784-47ea-8816-999e214d6337" providerId="ADAL" clId="{7775897E-F24D-43A8-A5F2-7375DD10618E}" dt="2025-07-30T17:21:39.940" v="569" actId="688"/>
          <ac:spMkLst>
            <pc:docMk/>
            <pc:sldMk cId="2622882611" sldId="299"/>
            <ac:spMk id="9" creationId="{06A932CB-9B67-8B38-837A-F60F0B16E62F}"/>
          </ac:spMkLst>
        </pc:spChg>
        <pc:spChg chg="mod">
          <ac:chgData name="Kevin Leonardo Llumiquinga Oña" userId="b34b9b7d-f784-47ea-8816-999e214d6337" providerId="ADAL" clId="{7775897E-F24D-43A8-A5F2-7375DD10618E}" dt="2025-07-30T17:22:19.157" v="579" actId="14100"/>
          <ac:spMkLst>
            <pc:docMk/>
            <pc:sldMk cId="2622882611" sldId="299"/>
            <ac:spMk id="10" creationId="{F4B3BBFA-7983-BA5F-407F-81ADB7524FF6}"/>
          </ac:spMkLst>
        </pc:spChg>
        <pc:picChg chg="mod ord">
          <ac:chgData name="Kevin Leonardo Llumiquinga Oña" userId="b34b9b7d-f784-47ea-8816-999e214d6337" providerId="ADAL" clId="{7775897E-F24D-43A8-A5F2-7375DD10618E}" dt="2025-07-30T17:21:53.852" v="571" actId="167"/>
          <ac:picMkLst>
            <pc:docMk/>
            <pc:sldMk cId="2622882611" sldId="299"/>
            <ac:picMk id="1028" creationId="{EA3C04D0-89C6-FE9F-4F0F-4EE17E0D399E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8:00:17.590" v="734" actId="20577"/>
        <pc:sldMkLst>
          <pc:docMk/>
          <pc:sldMk cId="3846920776" sldId="301"/>
        </pc:sldMkLst>
        <pc:spChg chg="add del mod">
          <ac:chgData name="Kevin Leonardo Llumiquinga Oña" userId="b34b9b7d-f784-47ea-8816-999e214d6337" providerId="ADAL" clId="{7775897E-F24D-43A8-A5F2-7375DD10618E}" dt="2025-07-30T17:23:48.230" v="597"/>
          <ac:spMkLst>
            <pc:docMk/>
            <pc:sldMk cId="3846920776" sldId="301"/>
            <ac:spMk id="3" creationId="{BA1404DC-138C-4189-ADF3-B5235CD242B5}"/>
          </ac:spMkLst>
        </pc:spChg>
        <pc:spChg chg="add del mod">
          <ac:chgData name="Kevin Leonardo Llumiquinga Oña" userId="b34b9b7d-f784-47ea-8816-999e214d6337" providerId="ADAL" clId="{7775897E-F24D-43A8-A5F2-7375DD10618E}" dt="2025-07-30T17:28:05.661" v="677"/>
          <ac:spMkLst>
            <pc:docMk/>
            <pc:sldMk cId="3846920776" sldId="301"/>
            <ac:spMk id="4" creationId="{B47CBA9F-DF14-4E5E-832E-77FF3A646424}"/>
          </ac:spMkLst>
        </pc:spChg>
        <pc:spChg chg="add del mod">
          <ac:chgData name="Kevin Leonardo Llumiquinga Oña" userId="b34b9b7d-f784-47ea-8816-999e214d6337" providerId="ADAL" clId="{7775897E-F24D-43A8-A5F2-7375DD10618E}" dt="2025-07-30T17:58:15.250" v="715"/>
          <ac:spMkLst>
            <pc:docMk/>
            <pc:sldMk cId="3846920776" sldId="301"/>
            <ac:spMk id="5" creationId="{AA1D1D7D-329C-4525-ACD2-7AF4F5D62FE7}"/>
          </ac:spMkLst>
        </pc:spChg>
        <pc:graphicFrameChg chg="mod">
          <ac:chgData name="Kevin Leonardo Llumiquinga Oña" userId="b34b9b7d-f784-47ea-8816-999e214d6337" providerId="ADAL" clId="{7775897E-F24D-43A8-A5F2-7375DD10618E}" dt="2025-07-30T18:00:17.590" v="734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modSp">
        <pc:chgData name="Kevin Leonardo Llumiquinga Oña" userId="b34b9b7d-f784-47ea-8816-999e214d6337" providerId="ADAL" clId="{7775897E-F24D-43A8-A5F2-7375DD10618E}" dt="2025-07-30T17:21:04.725" v="535" actId="14100"/>
        <pc:sldMkLst>
          <pc:docMk/>
          <pc:sldMk cId="317784695" sldId="302"/>
        </pc:sldMkLst>
        <pc:spChg chg="mod">
          <ac:chgData name="Kevin Leonardo Llumiquinga Oña" userId="b34b9b7d-f784-47ea-8816-999e214d6337" providerId="ADAL" clId="{7775897E-F24D-43A8-A5F2-7375DD10618E}" dt="2025-07-30T17:21:04.725" v="535" actId="14100"/>
          <ac:spMkLst>
            <pc:docMk/>
            <pc:sldMk cId="317784695" sldId="302"/>
            <ac:spMk id="5" creationId="{2C35028D-12F3-1A98-A205-AB70F8103B66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7:55:52.202" v="682" actId="14100"/>
        <pc:sldMkLst>
          <pc:docMk/>
          <pc:sldMk cId="3010457217" sldId="303"/>
        </pc:sldMkLst>
        <pc:spChg chg="add mod">
          <ac:chgData name="Kevin Leonardo Llumiquinga Oña" userId="b34b9b7d-f784-47ea-8816-999e214d6337" providerId="ADAL" clId="{7775897E-F24D-43A8-A5F2-7375DD10618E}" dt="2025-07-30T15:32:17.175" v="127" actId="1076"/>
          <ac:spMkLst>
            <pc:docMk/>
            <pc:sldMk cId="3010457217" sldId="303"/>
            <ac:spMk id="3" creationId="{7B895F1C-93B2-426E-B35F-B105C43C2106}"/>
          </ac:spMkLst>
        </pc:spChg>
        <pc:spChg chg="add del">
          <ac:chgData name="Kevin Leonardo Llumiquinga Oña" userId="b34b9b7d-f784-47ea-8816-999e214d6337" providerId="ADAL" clId="{7775897E-F24D-43A8-A5F2-7375DD10618E}" dt="2025-07-30T15:34:38.945" v="136"/>
          <ac:spMkLst>
            <pc:docMk/>
            <pc:sldMk cId="3010457217" sldId="303"/>
            <ac:spMk id="4" creationId="{98AFC662-D10E-4389-81A2-779C636C6524}"/>
          </ac:spMkLst>
        </pc:spChg>
        <pc:spChg chg="add mod">
          <ac:chgData name="Kevin Leonardo Llumiquinga Oña" userId="b34b9b7d-f784-47ea-8816-999e214d6337" providerId="ADAL" clId="{7775897E-F24D-43A8-A5F2-7375DD10618E}" dt="2025-07-30T15:34:05.902" v="134" actId="1076"/>
          <ac:spMkLst>
            <pc:docMk/>
            <pc:sldMk cId="3010457217" sldId="303"/>
            <ac:spMk id="10" creationId="{D48338A0-C96B-4A31-A86B-7708C83B23DB}"/>
          </ac:spMkLst>
        </pc:spChg>
        <pc:picChg chg="del mod modCrop">
          <ac:chgData name="Kevin Leonardo Llumiquinga Oña" userId="b34b9b7d-f784-47ea-8816-999e214d6337" providerId="ADAL" clId="{7775897E-F24D-43A8-A5F2-7375DD10618E}" dt="2025-07-30T17:55:17.264" v="679" actId="478"/>
          <ac:picMkLst>
            <pc:docMk/>
            <pc:sldMk cId="3010457217" sldId="303"/>
            <ac:picMk id="6" creationId="{E3DFC2CE-8DD0-42ED-C35B-6A8246B6AB33}"/>
          </ac:picMkLst>
        </pc:picChg>
        <pc:picChg chg="add mod">
          <ac:chgData name="Kevin Leonardo Llumiquinga Oña" userId="b34b9b7d-f784-47ea-8816-999e214d6337" providerId="ADAL" clId="{7775897E-F24D-43A8-A5F2-7375DD10618E}" dt="2025-07-30T15:32:15.174" v="126" actId="14100"/>
          <ac:picMkLst>
            <pc:docMk/>
            <pc:sldMk cId="3010457217" sldId="303"/>
            <ac:picMk id="7" creationId="{B1DC109B-5D63-47F0-A65D-63821A456B4C}"/>
          </ac:picMkLst>
        </pc:picChg>
        <pc:picChg chg="add mod">
          <ac:chgData name="Kevin Leonardo Llumiquinga Oña" userId="b34b9b7d-f784-47ea-8816-999e214d6337" providerId="ADAL" clId="{7775897E-F24D-43A8-A5F2-7375DD10618E}" dt="2025-07-30T15:35:07.611" v="142" actId="14100"/>
          <ac:picMkLst>
            <pc:docMk/>
            <pc:sldMk cId="3010457217" sldId="303"/>
            <ac:picMk id="8" creationId="{92AD6783-DAF6-4EE6-8108-F481D16653EB}"/>
          </ac:picMkLst>
        </pc:picChg>
        <pc:picChg chg="add mod">
          <ac:chgData name="Kevin Leonardo Llumiquinga Oña" userId="b34b9b7d-f784-47ea-8816-999e214d6337" providerId="ADAL" clId="{7775897E-F24D-43A8-A5F2-7375DD10618E}" dt="2025-07-30T17:55:52.202" v="682" actId="14100"/>
          <ac:picMkLst>
            <pc:docMk/>
            <pc:sldMk cId="3010457217" sldId="303"/>
            <ac:picMk id="12" creationId="{B243BF49-A622-4C06-A681-0FDB0642E834}"/>
          </ac:picMkLst>
        </pc:picChg>
        <pc:picChg chg="add mod">
          <ac:chgData name="Kevin Leonardo Llumiquinga Oña" userId="b34b9b7d-f784-47ea-8816-999e214d6337" providerId="ADAL" clId="{7775897E-F24D-43A8-A5F2-7375DD10618E}" dt="2025-07-30T15:33:48.205" v="131" actId="14100"/>
          <ac:picMkLst>
            <pc:docMk/>
            <pc:sldMk cId="3010457217" sldId="303"/>
            <ac:picMk id="1026" creationId="{00CC693C-8AD9-448A-871C-B0742165DDCD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7:03:00.347" v="230" actId="20577"/>
        <pc:sldMkLst>
          <pc:docMk/>
          <pc:sldMk cId="3503074035" sldId="306"/>
        </pc:sldMkLst>
        <pc:spChg chg="add del">
          <ac:chgData name="Kevin Leonardo Llumiquinga Oña" userId="b34b9b7d-f784-47ea-8816-999e214d6337" providerId="ADAL" clId="{7775897E-F24D-43A8-A5F2-7375DD10618E}" dt="2025-07-30T15:35:31.474" v="144"/>
          <ac:spMkLst>
            <pc:docMk/>
            <pc:sldMk cId="3503074035" sldId="306"/>
            <ac:spMk id="3" creationId="{F4D797E9-2650-43F6-9119-8BBA0AE9F508}"/>
          </ac:spMkLst>
        </pc:spChg>
        <pc:spChg chg="add del">
          <ac:chgData name="Kevin Leonardo Llumiquinga Oña" userId="b34b9b7d-f784-47ea-8816-999e214d6337" providerId="ADAL" clId="{7775897E-F24D-43A8-A5F2-7375DD10618E}" dt="2025-07-30T15:36:26.884" v="162"/>
          <ac:spMkLst>
            <pc:docMk/>
            <pc:sldMk cId="3503074035" sldId="306"/>
            <ac:spMk id="5" creationId="{9D740C32-C4BA-4744-8D5C-375C0C1D8B87}"/>
          </ac:spMkLst>
        </pc:spChg>
        <pc:spChg chg="mod">
          <ac:chgData name="Kevin Leonardo Llumiquinga Oña" userId="b34b9b7d-f784-47ea-8816-999e214d6337" providerId="ADAL" clId="{7775897E-F24D-43A8-A5F2-7375DD10618E}" dt="2025-07-30T15:35:56.962" v="150" actId="20577"/>
          <ac:spMkLst>
            <pc:docMk/>
            <pc:sldMk cId="3503074035" sldId="306"/>
            <ac:spMk id="6" creationId="{54AB02EE-E1DC-E17E-8E88-A9CC9E58489B}"/>
          </ac:spMkLst>
        </pc:spChg>
        <pc:spChg chg="add del">
          <ac:chgData name="Kevin Leonardo Llumiquinga Oña" userId="b34b9b7d-f784-47ea-8816-999e214d6337" providerId="ADAL" clId="{7775897E-F24D-43A8-A5F2-7375DD10618E}" dt="2025-07-30T16:36:24.734" v="167"/>
          <ac:spMkLst>
            <pc:docMk/>
            <pc:sldMk cId="3503074035" sldId="306"/>
            <ac:spMk id="7" creationId="{822D1711-7DCA-43C1-BC94-13866AF03A8B}"/>
          </ac:spMkLst>
        </pc:spChg>
        <pc:spChg chg="del mod">
          <ac:chgData name="Kevin Leonardo Llumiquinga Oña" userId="b34b9b7d-f784-47ea-8816-999e214d6337" providerId="ADAL" clId="{7775897E-F24D-43A8-A5F2-7375DD10618E}" dt="2025-07-30T15:38:13.900" v="163"/>
          <ac:spMkLst>
            <pc:docMk/>
            <pc:sldMk cId="3503074035" sldId="306"/>
            <ac:spMk id="16" creationId="{121B1FC4-A80B-C11B-A52C-77E017436979}"/>
          </ac:spMkLst>
        </pc:spChg>
        <pc:spChg chg="mod">
          <ac:chgData name="Kevin Leonardo Llumiquinga Oña" userId="b34b9b7d-f784-47ea-8816-999e214d6337" providerId="ADAL" clId="{7775897E-F24D-43A8-A5F2-7375DD10618E}" dt="2025-07-30T17:03:00.347" v="230" actId="20577"/>
          <ac:spMkLst>
            <pc:docMk/>
            <pc:sldMk cId="3503074035" sldId="306"/>
            <ac:spMk id="20" creationId="{0EB6B031-7D28-DCA4-3D7F-EF576B9429D2}"/>
          </ac:spMkLst>
        </pc:spChg>
        <pc:picChg chg="add del mod">
          <ac:chgData name="Kevin Leonardo Llumiquinga Oña" userId="b34b9b7d-f784-47ea-8816-999e214d6337" providerId="ADAL" clId="{7775897E-F24D-43A8-A5F2-7375DD10618E}" dt="2025-07-30T16:36:23.138" v="165" actId="478"/>
          <ac:picMkLst>
            <pc:docMk/>
            <pc:sldMk cId="3503074035" sldId="306"/>
            <ac:picMk id="4" creationId="{0459CDA0-419C-44BE-A6F8-5437C4FB085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24.395" v="217" actId="14100"/>
          <ac:picMkLst>
            <pc:docMk/>
            <pc:sldMk cId="3503074035" sldId="306"/>
            <ac:picMk id="8" creationId="{5CAE96DC-E4B1-4156-B5B8-FB1FB92339D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11.692" v="210" actId="1076"/>
          <ac:picMkLst>
            <pc:docMk/>
            <pc:sldMk cId="3503074035" sldId="306"/>
            <ac:picMk id="9" creationId="{AE64007B-62BF-4450-8AC0-248C80BFE2D1}"/>
          </ac:picMkLst>
        </pc:picChg>
        <pc:picChg chg="mod">
          <ac:chgData name="Kevin Leonardo Llumiquinga Oña" userId="b34b9b7d-f784-47ea-8816-999e214d6337" providerId="ADAL" clId="{7775897E-F24D-43A8-A5F2-7375DD10618E}" dt="2025-07-30T17:02:26.316" v="218" actId="14100"/>
          <ac:picMkLst>
            <pc:docMk/>
            <pc:sldMk cId="3503074035" sldId="306"/>
            <ac:picMk id="15" creationId="{DF40A9BF-53CC-59FE-5201-DB6FD6B2C561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03:33.852" v="243" actId="20577"/>
        <pc:sldMkLst>
          <pc:docMk/>
          <pc:sldMk cId="3030940304" sldId="307"/>
        </pc:sldMkLst>
        <pc:spChg chg="mod">
          <ac:chgData name="Kevin Leonardo Llumiquinga Oña" userId="b34b9b7d-f784-47ea-8816-999e214d6337" providerId="ADAL" clId="{7775897E-F24D-43A8-A5F2-7375DD10618E}" dt="2025-07-30T17:03:33.852" v="243" actId="20577"/>
          <ac:spMkLst>
            <pc:docMk/>
            <pc:sldMk cId="3030940304" sldId="307"/>
            <ac:spMk id="6" creationId="{54AB02EE-E1DC-E17E-8E88-A9CC9E58489B}"/>
          </ac:spMkLst>
        </pc:spChg>
      </pc:sldChg>
      <pc:sldChg chg="add del">
        <pc:chgData name="Kevin Leonardo Llumiquinga Oña" userId="b34b9b7d-f784-47ea-8816-999e214d6337" providerId="ADAL" clId="{7775897E-F24D-43A8-A5F2-7375DD10618E}" dt="2025-07-30T17:07:18.576" v="302" actId="2696"/>
        <pc:sldMkLst>
          <pc:docMk/>
          <pc:sldMk cId="2295024140" sldId="309"/>
        </pc:sldMkLst>
      </pc:sldChg>
      <pc:sldChg chg="modSp">
        <pc:chgData name="Kevin Leonardo Llumiquinga Oña" userId="b34b9b7d-f784-47ea-8816-999e214d6337" providerId="ADAL" clId="{7775897E-F24D-43A8-A5F2-7375DD10618E}" dt="2025-07-30T16:36:52.122" v="172" actId="14100"/>
        <pc:sldMkLst>
          <pc:docMk/>
          <pc:sldMk cId="1595798333" sldId="311"/>
        </pc:sldMkLst>
        <pc:spChg chg="mod">
          <ac:chgData name="Kevin Leonardo Llumiquinga Oña" userId="b34b9b7d-f784-47ea-8816-999e214d6337" providerId="ADAL" clId="{7775897E-F24D-43A8-A5F2-7375DD10618E}" dt="2025-07-30T16:36:52.122" v="172" actId="14100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Kevin Leonardo Llumiquinga Oña" userId="b34b9b7d-f784-47ea-8816-999e214d6337" providerId="ADAL" clId="{7775897E-F24D-43A8-A5F2-7375DD10618E}" dt="2025-07-30T15:29:55.726" v="11" actId="5793"/>
          <ac:spMkLst>
            <pc:docMk/>
            <pc:sldMk cId="1595798333" sldId="311"/>
            <ac:spMk id="4" creationId="{77E18443-31BB-0E26-242A-80860711B329}"/>
          </ac:spMkLst>
        </pc:spChg>
      </pc:sldChg>
      <pc:sldChg chg="del">
        <pc:chgData name="Kevin Leonardo Llumiquinga Oña" userId="b34b9b7d-f784-47ea-8816-999e214d6337" providerId="ADAL" clId="{7775897E-F24D-43A8-A5F2-7375DD10618E}" dt="2025-07-30T17:20:49.887" v="534" actId="2696"/>
        <pc:sldMkLst>
          <pc:docMk/>
          <pc:sldMk cId="3766445884" sldId="312"/>
        </pc:sldMkLst>
      </pc:sldChg>
      <pc:sldChg chg="addSp delSp modSp add modAnim">
        <pc:chgData name="Kevin Leonardo Llumiquinga Oña" userId="b34b9b7d-f784-47ea-8816-999e214d6337" providerId="ADAL" clId="{7775897E-F24D-43A8-A5F2-7375DD10618E}" dt="2025-07-30T17:12:47.108" v="415" actId="14100"/>
        <pc:sldMkLst>
          <pc:docMk/>
          <pc:sldMk cId="3807865902" sldId="313"/>
        </pc:sldMkLst>
        <pc:spChg chg="add del">
          <ac:chgData name="Kevin Leonardo Llumiquinga Oña" userId="b34b9b7d-f784-47ea-8816-999e214d6337" providerId="ADAL" clId="{7775897E-F24D-43A8-A5F2-7375DD10618E}" dt="2025-07-30T17:05:36.981" v="279"/>
          <ac:spMkLst>
            <pc:docMk/>
            <pc:sldMk cId="3807865902" sldId="313"/>
            <ac:spMk id="5" creationId="{178889BB-ED61-49FB-86B7-903A451A175D}"/>
          </ac:spMkLst>
        </pc:spChg>
        <pc:spChg chg="mod">
          <ac:chgData name="Kevin Leonardo Llumiquinga Oña" userId="b34b9b7d-f784-47ea-8816-999e214d6337" providerId="ADAL" clId="{7775897E-F24D-43A8-A5F2-7375DD10618E}" dt="2025-07-30T17:07:37.324" v="305" actId="14100"/>
          <ac:spMkLst>
            <pc:docMk/>
            <pc:sldMk cId="3807865902" sldId="313"/>
            <ac:spMk id="6" creationId="{54AB02EE-E1DC-E17E-8E88-A9CC9E58489B}"/>
          </ac:spMkLst>
        </pc:spChg>
        <pc:spChg chg="del">
          <ac:chgData name="Kevin Leonardo Llumiquinga Oña" userId="b34b9b7d-f784-47ea-8816-999e214d6337" providerId="ADAL" clId="{7775897E-F24D-43A8-A5F2-7375DD10618E}" dt="2025-07-30T17:04:52.793" v="260" actId="478"/>
          <ac:spMkLst>
            <pc:docMk/>
            <pc:sldMk cId="3807865902" sldId="313"/>
            <ac:spMk id="7" creationId="{BA04B5B0-3ECD-1659-6421-BA3962B38833}"/>
          </ac:spMkLst>
        </pc:spChg>
        <pc:spChg chg="del mod">
          <ac:chgData name="Kevin Leonardo Llumiquinga Oña" userId="b34b9b7d-f784-47ea-8816-999e214d6337" providerId="ADAL" clId="{7775897E-F24D-43A8-A5F2-7375DD10618E}" dt="2025-07-30T17:06:25.524" v="293"/>
          <ac:spMkLst>
            <pc:docMk/>
            <pc:sldMk cId="3807865902" sldId="313"/>
            <ac:spMk id="8" creationId="{B9C0CA9F-CCCC-7FEB-80F4-47565F26C437}"/>
          </ac:spMkLst>
        </pc:spChg>
        <pc:spChg chg="del mod">
          <ac:chgData name="Kevin Leonardo Llumiquinga Oña" userId="b34b9b7d-f784-47ea-8816-999e214d6337" providerId="ADAL" clId="{7775897E-F24D-43A8-A5F2-7375DD10618E}" dt="2025-07-30T17:05:07.670" v="269"/>
          <ac:spMkLst>
            <pc:docMk/>
            <pc:sldMk cId="3807865902" sldId="313"/>
            <ac:spMk id="9" creationId="{B358AEDD-4B53-96D1-7A21-B188A2A2E750}"/>
          </ac:spMkLst>
        </pc:spChg>
        <pc:spChg chg="del">
          <ac:chgData name="Kevin Leonardo Llumiquinga Oña" userId="b34b9b7d-f784-47ea-8816-999e214d6337" providerId="ADAL" clId="{7775897E-F24D-43A8-A5F2-7375DD10618E}" dt="2025-07-30T17:04:55.924" v="264" actId="478"/>
          <ac:spMkLst>
            <pc:docMk/>
            <pc:sldMk cId="3807865902" sldId="313"/>
            <ac:spMk id="10" creationId="{D9FA86ED-0198-DC20-44A2-1CE6B1463214}"/>
          </ac:spMkLst>
        </pc:spChg>
        <pc:spChg chg="del">
          <ac:chgData name="Kevin Leonardo Llumiquinga Oña" userId="b34b9b7d-f784-47ea-8816-999e214d6337" providerId="ADAL" clId="{7775897E-F24D-43A8-A5F2-7375DD10618E}" dt="2025-07-30T17:04:51.559" v="259" actId="478"/>
          <ac:spMkLst>
            <pc:docMk/>
            <pc:sldMk cId="3807865902" sldId="313"/>
            <ac:spMk id="16" creationId="{6BE9BE6F-9891-B114-016E-7CDE409F9464}"/>
          </ac:spMkLst>
        </pc:spChg>
        <pc:spChg chg="del">
          <ac:chgData name="Kevin Leonardo Llumiquinga Oña" userId="b34b9b7d-f784-47ea-8816-999e214d6337" providerId="ADAL" clId="{7775897E-F24D-43A8-A5F2-7375DD10618E}" dt="2025-07-30T17:04:55.279" v="263" actId="478"/>
          <ac:spMkLst>
            <pc:docMk/>
            <pc:sldMk cId="3807865902" sldId="313"/>
            <ac:spMk id="18" creationId="{F4D80471-2932-A580-A41B-573EA57CFE9A}"/>
          </ac:spMkLst>
        </pc:spChg>
        <pc:spChg chg="add mod">
          <ac:chgData name="Kevin Leonardo Llumiquinga Oña" userId="b34b9b7d-f784-47ea-8816-999e214d6337" providerId="ADAL" clId="{7775897E-F24D-43A8-A5F2-7375DD10618E}" dt="2025-07-30T17:06:33.691" v="296" actId="1076"/>
          <ac:spMkLst>
            <pc:docMk/>
            <pc:sldMk cId="3807865902" sldId="313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04:53.437" v="261" actId="478"/>
          <ac:picMkLst>
            <pc:docMk/>
            <pc:sldMk cId="3807865902" sldId="313"/>
            <ac:picMk id="3" creationId="{D443DCD7-8C74-7857-EC1F-56A6076D2906}"/>
          </ac:picMkLst>
        </pc:picChg>
        <pc:picChg chg="mod">
          <ac:chgData name="Kevin Leonardo Llumiquinga Oña" userId="b34b9b7d-f784-47ea-8816-999e214d6337" providerId="ADAL" clId="{7775897E-F24D-43A8-A5F2-7375DD10618E}" dt="2025-07-30T17:06:27.452" v="294" actId="1076"/>
          <ac:picMkLst>
            <pc:docMk/>
            <pc:sldMk cId="3807865902" sldId="313"/>
            <ac:picMk id="4" creationId="{3504AF04-9413-DD9A-C4D6-AB8C9C49FF6A}"/>
          </ac:picMkLst>
        </pc:picChg>
        <pc:picChg chg="add del mod">
          <ac:chgData name="Kevin Leonardo Llumiquinga Oña" userId="b34b9b7d-f784-47ea-8816-999e214d6337" providerId="ADAL" clId="{7775897E-F24D-43A8-A5F2-7375DD10618E}" dt="2025-07-30T17:12:42.901" v="413" actId="478"/>
          <ac:picMkLst>
            <pc:docMk/>
            <pc:sldMk cId="3807865902" sldId="313"/>
            <ac:picMk id="12" creationId="{0843404B-970E-45ED-91A1-0D0D9E213B7D}"/>
          </ac:picMkLst>
        </pc:picChg>
        <pc:picChg chg="add mod">
          <ac:chgData name="Kevin Leonardo Llumiquinga Oña" userId="b34b9b7d-f784-47ea-8816-999e214d6337" providerId="ADAL" clId="{7775897E-F24D-43A8-A5F2-7375DD10618E}" dt="2025-07-30T17:12:47.108" v="415" actId="14100"/>
          <ac:picMkLst>
            <pc:docMk/>
            <pc:sldMk cId="3807865902" sldId="313"/>
            <ac:picMk id="13" creationId="{6752535C-EEF6-4854-A10F-1143DC8DCAC0}"/>
          </ac:picMkLst>
        </pc:picChg>
        <pc:picChg chg="add del mod">
          <ac:chgData name="Kevin Leonardo Llumiquinga Oña" userId="b34b9b7d-f784-47ea-8816-999e214d6337" providerId="ADAL" clId="{7775897E-F24D-43A8-A5F2-7375DD10618E}" dt="2025-07-30T17:07:08.788" v="299" actId="478"/>
          <ac:picMkLst>
            <pc:docMk/>
            <pc:sldMk cId="3807865902" sldId="313"/>
            <ac:picMk id="14" creationId="{2A39D852-0822-4C0B-993F-68FC338BD6CE}"/>
          </ac:picMkLst>
        </pc:picChg>
        <pc:picChg chg="del">
          <ac:chgData name="Kevin Leonardo Llumiquinga Oña" userId="b34b9b7d-f784-47ea-8816-999e214d6337" providerId="ADAL" clId="{7775897E-F24D-43A8-A5F2-7375DD10618E}" dt="2025-07-30T17:04:53.940" v="262" actId="478"/>
          <ac:picMkLst>
            <pc:docMk/>
            <pc:sldMk cId="3807865902" sldId="313"/>
            <ac:picMk id="17" creationId="{D878E5C2-D459-66BA-DBE6-9CD63EA16C03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3:26.776" v="420" actId="14100"/>
        <pc:sldMkLst>
          <pc:docMk/>
          <pc:sldMk cId="3023258823" sldId="314"/>
        </pc:sldMkLst>
        <pc:spChg chg="mod">
          <ac:chgData name="Kevin Leonardo Llumiquinga Oña" userId="b34b9b7d-f784-47ea-8816-999e214d6337" providerId="ADAL" clId="{7775897E-F24D-43A8-A5F2-7375DD10618E}" dt="2025-07-30T17:07:47.894" v="329" actId="20577"/>
          <ac:spMkLst>
            <pc:docMk/>
            <pc:sldMk cId="3023258823" sldId="314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0:14.992" v="388" actId="20577"/>
          <ac:spMkLst>
            <pc:docMk/>
            <pc:sldMk cId="3023258823" sldId="314"/>
            <ac:spMk id="19" creationId="{8C70FF92-CA0C-4B3C-8E84-E930E7029597}"/>
          </ac:spMkLst>
        </pc:spChg>
        <pc:picChg chg="add del mod">
          <ac:chgData name="Kevin Leonardo Llumiquinga Oña" userId="b34b9b7d-f784-47ea-8816-999e214d6337" providerId="ADAL" clId="{7775897E-F24D-43A8-A5F2-7375DD10618E}" dt="2025-07-30T17:12:10.870" v="406" actId="478"/>
          <ac:picMkLst>
            <pc:docMk/>
            <pc:sldMk cId="3023258823" sldId="314"/>
            <ac:picMk id="3" creationId="{FD6E4A58-AFA9-48B7-8494-94102C557001}"/>
          </ac:picMkLst>
        </pc:picChg>
        <pc:picChg chg="del">
          <ac:chgData name="Kevin Leonardo Llumiquinga Oña" userId="b34b9b7d-f784-47ea-8816-999e214d6337" providerId="ADAL" clId="{7775897E-F24D-43A8-A5F2-7375DD10618E}" dt="2025-07-30T17:07:51.604" v="330" actId="478"/>
          <ac:picMkLst>
            <pc:docMk/>
            <pc:sldMk cId="3023258823" sldId="314"/>
            <ac:picMk id="4" creationId="{3504AF04-9413-DD9A-C4D6-AB8C9C49FF6A}"/>
          </ac:picMkLst>
        </pc:picChg>
        <pc:picChg chg="add mod">
          <ac:chgData name="Kevin Leonardo Llumiquinga Oña" userId="b34b9b7d-f784-47ea-8816-999e214d6337" providerId="ADAL" clId="{7775897E-F24D-43A8-A5F2-7375DD10618E}" dt="2025-07-30T17:12:20.644" v="410" actId="14100"/>
          <ac:picMkLst>
            <pc:docMk/>
            <pc:sldMk cId="3023258823" sldId="314"/>
            <ac:picMk id="5" creationId="{A9A62448-D453-4826-8418-38CD9AACA963}"/>
          </ac:picMkLst>
        </pc:picChg>
        <pc:picChg chg="add mod">
          <ac:chgData name="Kevin Leonardo Llumiquinga Oña" userId="b34b9b7d-f784-47ea-8816-999e214d6337" providerId="ADAL" clId="{7775897E-F24D-43A8-A5F2-7375DD10618E}" dt="2025-07-30T17:13:26.776" v="420" actId="14100"/>
          <ac:picMkLst>
            <pc:docMk/>
            <pc:sldMk cId="3023258823" sldId="314"/>
            <ac:picMk id="7" creationId="{2509AE3A-875F-4C1F-ADE5-31407DC0D7C2}"/>
          </ac:picMkLst>
        </pc:picChg>
        <pc:picChg chg="del">
          <ac:chgData name="Kevin Leonardo Llumiquinga Oña" userId="b34b9b7d-f784-47ea-8816-999e214d6337" providerId="ADAL" clId="{7775897E-F24D-43A8-A5F2-7375DD10618E}" dt="2025-07-30T17:07:52.069" v="331" actId="478"/>
          <ac:picMkLst>
            <pc:docMk/>
            <pc:sldMk cId="3023258823" sldId="314"/>
            <ac:picMk id="12" creationId="{0843404B-970E-45ED-91A1-0D0D9E213B7D}"/>
          </ac:picMkLst>
        </pc:picChg>
        <pc:picChg chg="add del mod">
          <ac:chgData name="Kevin Leonardo Llumiquinga Oña" userId="b34b9b7d-f784-47ea-8816-999e214d6337" providerId="ADAL" clId="{7775897E-F24D-43A8-A5F2-7375DD10618E}" dt="2025-07-30T17:13:23.197" v="418" actId="478"/>
          <ac:picMkLst>
            <pc:docMk/>
            <pc:sldMk cId="3023258823" sldId="314"/>
            <ac:picMk id="3074" creationId="{FA390321-01E0-4D8F-989C-59919D36B62F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7:21.012" v="532" actId="123"/>
        <pc:sldMkLst>
          <pc:docMk/>
          <pc:sldMk cId="1949303581" sldId="315"/>
        </pc:sldMkLst>
        <pc:spChg chg="mod">
          <ac:chgData name="Kevin Leonardo Llumiquinga Oña" userId="b34b9b7d-f784-47ea-8816-999e214d6337" providerId="ADAL" clId="{7775897E-F24D-43A8-A5F2-7375DD10618E}" dt="2025-07-30T17:10:51.949" v="393" actId="20577"/>
          <ac:spMkLst>
            <pc:docMk/>
            <pc:sldMk cId="1949303581" sldId="315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7:21.012" v="532" actId="123"/>
          <ac:spMkLst>
            <pc:docMk/>
            <pc:sldMk cId="1949303581" sldId="315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11:15.957" v="394" actId="478"/>
          <ac:picMkLst>
            <pc:docMk/>
            <pc:sldMk cId="1949303581" sldId="315"/>
            <ac:picMk id="3" creationId="{FD6E4A58-AFA9-48B7-8494-94102C557001}"/>
          </ac:picMkLst>
        </pc:picChg>
        <pc:picChg chg="add del mod modCrop">
          <ac:chgData name="Kevin Leonardo Llumiquinga Oña" userId="b34b9b7d-f784-47ea-8816-999e214d6337" providerId="ADAL" clId="{7775897E-F24D-43A8-A5F2-7375DD10618E}" dt="2025-07-30T17:11:48.557" v="401" actId="478"/>
          <ac:picMkLst>
            <pc:docMk/>
            <pc:sldMk cId="1949303581" sldId="315"/>
            <ac:picMk id="4" creationId="{A5AFB666-9621-4895-841E-DF2D90977A2A}"/>
          </ac:picMkLst>
        </pc:picChg>
        <pc:picChg chg="add mod">
          <ac:chgData name="Kevin Leonardo Llumiquinga Oña" userId="b34b9b7d-f784-47ea-8816-999e214d6337" providerId="ADAL" clId="{7775897E-F24D-43A8-A5F2-7375DD10618E}" dt="2025-07-30T17:14:03.884" v="428" actId="1076"/>
          <ac:picMkLst>
            <pc:docMk/>
            <pc:sldMk cId="1949303581" sldId="315"/>
            <ac:picMk id="5" creationId="{D5FAE4F9-C167-43B2-B953-B86CAEF88765}"/>
          </ac:picMkLst>
        </pc:picChg>
        <pc:picChg chg="add mod">
          <ac:chgData name="Kevin Leonardo Llumiquinga Oña" userId="b34b9b7d-f784-47ea-8816-999e214d6337" providerId="ADAL" clId="{7775897E-F24D-43A8-A5F2-7375DD10618E}" dt="2025-07-30T17:13:59.997" v="427" actId="1076"/>
          <ac:picMkLst>
            <pc:docMk/>
            <pc:sldMk cId="1949303581" sldId="315"/>
            <ac:picMk id="7" creationId="{151B6FCD-BD8C-49E1-A1AC-C4B3EB2736CF}"/>
          </ac:picMkLst>
        </pc:picChg>
        <pc:picChg chg="del">
          <ac:chgData name="Kevin Leonardo Llumiquinga Oña" userId="b34b9b7d-f784-47ea-8816-999e214d6337" providerId="ADAL" clId="{7775897E-F24D-43A8-A5F2-7375DD10618E}" dt="2025-07-30T17:13:32.221" v="421" actId="478"/>
          <ac:picMkLst>
            <pc:docMk/>
            <pc:sldMk cId="1949303581" sldId="315"/>
            <ac:picMk id="3074" creationId="{FA390321-01E0-4D8F-989C-59919D36B62F}"/>
          </ac:picMkLst>
        </pc:picChg>
      </pc:sldChg>
    </pc:docChg>
  </pc:docChgLst>
  <pc:docChgLst>
    <pc:chgData name="Wilson Gustavo Morocho Dominguez" userId="f91b0e3c-3e53-4afb-9af8-18abce55b82d" providerId="ADAL" clId="{3CB8A3D2-006A-47F2-ABDA-8CACF25CFF62}"/>
    <pc:docChg chg="custSel addSld modSld sldOrd">
      <pc:chgData name="Wilson Gustavo Morocho Dominguez" userId="f91b0e3c-3e53-4afb-9af8-18abce55b82d" providerId="ADAL" clId="{3CB8A3D2-006A-47F2-ABDA-8CACF25CFF62}" dt="2025-07-29T01:41:52.270" v="279"/>
      <pc:docMkLst>
        <pc:docMk/>
      </pc:docMkLst>
      <pc:sldChg chg="ord">
        <pc:chgData name="Wilson Gustavo Morocho Dominguez" userId="f91b0e3c-3e53-4afb-9af8-18abce55b82d" providerId="ADAL" clId="{3CB8A3D2-006A-47F2-ABDA-8CACF25CFF62}" dt="2025-07-29T01:41:37.267" v="275"/>
        <pc:sldMkLst>
          <pc:docMk/>
          <pc:sldMk cId="317784695" sldId="302"/>
        </pc:sldMkLst>
      </pc:sldChg>
      <pc:sldChg chg="ord">
        <pc:chgData name="Wilson Gustavo Morocho Dominguez" userId="f91b0e3c-3e53-4afb-9af8-18abce55b82d" providerId="ADAL" clId="{3CB8A3D2-006A-47F2-ABDA-8CACF25CFF62}" dt="2025-07-29T01:41:49.234" v="277"/>
        <pc:sldMkLst>
          <pc:docMk/>
          <pc:sldMk cId="1627040085" sldId="304"/>
        </pc:sldMkLst>
      </pc:sldChg>
      <pc:sldChg chg="modSp mod">
        <pc:chgData name="Wilson Gustavo Morocho Dominguez" userId="f91b0e3c-3e53-4afb-9af8-18abce55b82d" providerId="ADAL" clId="{3CB8A3D2-006A-47F2-ABDA-8CACF25CFF62}" dt="2025-07-29T01:38:32.754" v="82" actId="13926"/>
        <pc:sldMkLst>
          <pc:docMk/>
          <pc:sldMk cId="3503074035" sldId="306"/>
        </pc:sldMkLst>
        <pc:spChg chg="mod">
          <ac:chgData name="Wilson Gustavo Morocho Dominguez" userId="f91b0e3c-3e53-4afb-9af8-18abce55b82d" providerId="ADAL" clId="{3CB8A3D2-006A-47F2-ABDA-8CACF25CFF62}" dt="2025-07-29T01:38:32.754" v="82" actId="13926"/>
          <ac:spMkLst>
            <pc:docMk/>
            <pc:sldMk cId="3503074035" sldId="306"/>
            <ac:spMk id="20" creationId="{0EB6B031-7D28-DCA4-3D7F-EF576B9429D2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34:13.809" v="81" actId="20577"/>
        <pc:sldMkLst>
          <pc:docMk/>
          <pc:sldMk cId="3088676157" sldId="308"/>
        </pc:sldMkLst>
        <pc:spChg chg="del">
          <ac:chgData name="Wilson Gustavo Morocho Dominguez" userId="f91b0e3c-3e53-4afb-9af8-18abce55b82d" providerId="ADAL" clId="{3CB8A3D2-006A-47F2-ABDA-8CACF25CFF62}" dt="2025-07-29T01:34:05.401" v="52" actId="478"/>
          <ac:spMkLst>
            <pc:docMk/>
            <pc:sldMk cId="3088676157" sldId="308"/>
            <ac:spMk id="2" creationId="{D2181048-1EF9-BD3B-F47F-6B8F009DA4A8}"/>
          </ac:spMkLst>
        </pc:spChg>
        <pc:spChg chg="mod">
          <ac:chgData name="Wilson Gustavo Morocho Dominguez" userId="f91b0e3c-3e53-4afb-9af8-18abce55b82d" providerId="ADAL" clId="{3CB8A3D2-006A-47F2-ABDA-8CACF25CFF62}" dt="2025-07-29T01:34:13.809" v="81" actId="20577"/>
          <ac:spMkLst>
            <pc:docMk/>
            <pc:sldMk cId="3088676157" sldId="308"/>
            <ac:spMk id="3" creationId="{56EBB2FB-0381-B7A7-A0AE-6689131BFF50}"/>
          </ac:spMkLst>
        </pc:spChg>
        <pc:spChg chg="del">
          <ac:chgData name="Wilson Gustavo Morocho Dominguez" userId="f91b0e3c-3e53-4afb-9af8-18abce55b82d" providerId="ADAL" clId="{3CB8A3D2-006A-47F2-ABDA-8CACF25CFF62}" dt="2025-07-29T01:34:04.461" v="51" actId="478"/>
          <ac:spMkLst>
            <pc:docMk/>
            <pc:sldMk cId="3088676157" sldId="308"/>
            <ac:spMk id="4" creationId="{F1490923-DCE4-5D40-A9C4-93ECD94B1645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40:41.300" v="173" actId="20577"/>
        <pc:sldMkLst>
          <pc:docMk/>
          <pc:sldMk cId="2295024140" sldId="309"/>
        </pc:sldMkLst>
        <pc:spChg chg="del">
          <ac:chgData name="Wilson Gustavo Morocho Dominguez" userId="f91b0e3c-3e53-4afb-9af8-18abce55b82d" providerId="ADAL" clId="{3CB8A3D2-006A-47F2-ABDA-8CACF25CFF62}" dt="2025-07-29T01:40:12.137" v="84" actId="478"/>
          <ac:spMkLst>
            <pc:docMk/>
            <pc:sldMk cId="2295024140" sldId="309"/>
            <ac:spMk id="2" creationId="{4078CB89-5DF7-5C06-A56F-E93668D6306F}"/>
          </ac:spMkLst>
        </pc:spChg>
        <pc:spChg chg="mod">
          <ac:chgData name="Wilson Gustavo Morocho Dominguez" userId="f91b0e3c-3e53-4afb-9af8-18abce55b82d" providerId="ADAL" clId="{3CB8A3D2-006A-47F2-ABDA-8CACF25CFF62}" dt="2025-07-29T01:40:41.300" v="173" actId="20577"/>
          <ac:spMkLst>
            <pc:docMk/>
            <pc:sldMk cId="2295024140" sldId="309"/>
            <ac:spMk id="3" creationId="{3F6345EF-84E7-CB52-FF48-2589BAB469E5}"/>
          </ac:spMkLst>
        </pc:spChg>
        <pc:spChg chg="del">
          <ac:chgData name="Wilson Gustavo Morocho Dominguez" userId="f91b0e3c-3e53-4afb-9af8-18abce55b82d" providerId="ADAL" clId="{3CB8A3D2-006A-47F2-ABDA-8CACF25CFF62}" dt="2025-07-29T01:40:13.222" v="85" actId="478"/>
          <ac:spMkLst>
            <pc:docMk/>
            <pc:sldMk cId="2295024140" sldId="309"/>
            <ac:spMk id="4" creationId="{BB53F787-D1C6-47F0-46C8-E88D334A2731}"/>
          </ac:spMkLst>
        </pc:spChg>
      </pc:sldChg>
      <pc:sldChg chg="delSp modSp new mod ord">
        <pc:chgData name="Wilson Gustavo Morocho Dominguez" userId="f91b0e3c-3e53-4afb-9af8-18abce55b82d" providerId="ADAL" clId="{3CB8A3D2-006A-47F2-ABDA-8CACF25CFF62}" dt="2025-07-29T01:41:52.270" v="279"/>
        <pc:sldMkLst>
          <pc:docMk/>
          <pc:sldMk cId="3730187309" sldId="310"/>
        </pc:sldMkLst>
        <pc:spChg chg="del">
          <ac:chgData name="Wilson Gustavo Morocho Dominguez" userId="f91b0e3c-3e53-4afb-9af8-18abce55b82d" providerId="ADAL" clId="{3CB8A3D2-006A-47F2-ABDA-8CACF25CFF62}" dt="2025-07-29T01:41:02.790" v="175" actId="478"/>
          <ac:spMkLst>
            <pc:docMk/>
            <pc:sldMk cId="3730187309" sldId="310"/>
            <ac:spMk id="2" creationId="{08BD3D5F-47C6-E499-A7F6-7B8F01B63537}"/>
          </ac:spMkLst>
        </pc:spChg>
        <pc:spChg chg="mod">
          <ac:chgData name="Wilson Gustavo Morocho Dominguez" userId="f91b0e3c-3e53-4afb-9af8-18abce55b82d" providerId="ADAL" clId="{3CB8A3D2-006A-47F2-ABDA-8CACF25CFF62}" dt="2025-07-29T01:41:28.172" v="273" actId="20577"/>
          <ac:spMkLst>
            <pc:docMk/>
            <pc:sldMk cId="3730187309" sldId="310"/>
            <ac:spMk id="3" creationId="{B69116FF-89E5-506E-A491-93CBCD61D56E}"/>
          </ac:spMkLst>
        </pc:spChg>
        <pc:spChg chg="del">
          <ac:chgData name="Wilson Gustavo Morocho Dominguez" userId="f91b0e3c-3e53-4afb-9af8-18abce55b82d" providerId="ADAL" clId="{3CB8A3D2-006A-47F2-ABDA-8CACF25CFF62}" dt="2025-07-29T01:41:05.069" v="176" actId="478"/>
          <ac:spMkLst>
            <pc:docMk/>
            <pc:sldMk cId="3730187309" sldId="310"/>
            <ac:spMk id="4" creationId="{4C80D5F6-ED6B-81FA-C35C-E15899E56355}"/>
          </ac:spMkLst>
        </pc:spChg>
      </pc:sldChg>
    </pc:docChg>
  </pc:docChgLst>
  <pc:docChgLst>
    <pc:chgData name="Est. Kevin Leonardo  Llumiquinga Oña" userId="b34b9b7d-f784-47ea-8816-999e214d6337" providerId="ADAL" clId="{7EAEFD3A-7F5F-2B40-B257-AF50A3633859}"/>
    <pc:docChg chg="undo custSel addSld delSld modSld sldOrd">
      <pc:chgData name="Est. Kevin Leonardo  Llumiquinga Oña" userId="b34b9b7d-f784-47ea-8816-999e214d6337" providerId="ADAL" clId="{7EAEFD3A-7F5F-2B40-B257-AF50A3633859}" dt="2025-07-31T05:20:09.062" v="666" actId="2696"/>
      <pc:docMkLst>
        <pc:docMk/>
      </pc:docMkLst>
      <pc:sldChg chg="modSp mod">
        <pc:chgData name="Est. Kevin Leonardo  Llumiquinga Oña" userId="b34b9b7d-f784-47ea-8816-999e214d6337" providerId="ADAL" clId="{7EAEFD3A-7F5F-2B40-B257-AF50A3633859}" dt="2025-07-30T01:04:31.010" v="0" actId="207"/>
        <pc:sldMkLst>
          <pc:docMk/>
          <pc:sldMk cId="0" sldId="256"/>
        </pc:sldMkLst>
        <pc:spChg chg="mod">
          <ac:chgData name="Est. Kevin Leonardo  Llumiquinga Oña" userId="b34b9b7d-f784-47ea-8816-999e214d6337" providerId="ADAL" clId="{7EAEFD3A-7F5F-2B40-B257-AF50A3633859}" dt="2025-07-30T01:04:31.010" v="0" actId="207"/>
          <ac:spMkLst>
            <pc:docMk/>
            <pc:sldMk cId="0" sldId="256"/>
            <ac:spMk id="5" creationId="{C5230DA0-FA63-9DED-3A31-CA7BA2A737E1}"/>
          </ac:spMkLst>
        </pc:spChg>
      </pc:sldChg>
      <pc:sldChg chg="addSp delSp modSp mod delCm">
        <pc:chgData name="Est. Kevin Leonardo  Llumiquinga Oña" userId="b34b9b7d-f784-47ea-8816-999e214d6337" providerId="ADAL" clId="{7EAEFD3A-7F5F-2B40-B257-AF50A3633859}" dt="2025-07-30T01:11:17.548" v="63" actId="14100"/>
        <pc:sldMkLst>
          <pc:docMk/>
          <pc:sldMk cId="0" sldId="257"/>
        </pc:sldMkLst>
        <pc:spChg chg="mod">
          <ac:chgData name="Est. Kevin Leonardo  Llumiquinga Oña" userId="b34b9b7d-f784-47ea-8816-999e214d6337" providerId="ADAL" clId="{7EAEFD3A-7F5F-2B40-B257-AF50A3633859}" dt="2025-07-30T01:08:53.135" v="55" actId="20577"/>
          <ac:spMkLst>
            <pc:docMk/>
            <pc:sldMk cId="0" sldId="257"/>
            <ac:spMk id="28" creationId="{784C3197-3590-759B-19A7-393827C9954F}"/>
          </ac:spMkLst>
        </pc:spChg>
        <pc:picChg chg="add mod">
          <ac:chgData name="Est. Kevin Leonardo  Llumiquinga Oña" userId="b34b9b7d-f784-47ea-8816-999e214d6337" providerId="ADAL" clId="{7EAEFD3A-7F5F-2B40-B257-AF50A3633859}" dt="2025-07-30T01:11:17.548" v="63" actId="14100"/>
          <ac:picMkLst>
            <pc:docMk/>
            <pc:sldMk cId="0" sldId="257"/>
            <ac:picMk id="1026" creationId="{370CB0E4-5632-218A-D6CD-F6ABB52965E7}"/>
          </ac:picMkLst>
        </pc:picChg>
        <pc:picChg chg="del">
          <ac:chgData name="Est. Kevin Leonardo  Llumiquinga Oña" userId="b34b9b7d-f784-47ea-8816-999e214d6337" providerId="ADAL" clId="{7EAEFD3A-7F5F-2B40-B257-AF50A3633859}" dt="2025-07-30T01:05:13.297" v="10" actId="478"/>
          <ac:picMkLst>
            <pc:docMk/>
            <pc:sldMk cId="0" sldId="257"/>
            <ac:picMk id="1030" creationId="{0A4E1FD0-81A9-8534-4797-ECA2713CFC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0T01:04:43.613" v="2"/>
              <pc2:cmMkLst xmlns:pc2="http://schemas.microsoft.com/office/powerpoint/2019/9/main/command">
                <pc:docMk/>
                <pc:sldMk cId="0" sldId="257"/>
                <pc2:cmMk id="{5B265327-C29B-4C43-8CD5-3312CC77B341}"/>
              </pc2:cmMkLst>
            </pc226:cmChg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0T01:04:41.635" v="1"/>
              <pc2:cmMkLst xmlns:pc2="http://schemas.microsoft.com/office/powerpoint/2019/9/main/command">
                <pc:docMk/>
                <pc:sldMk cId="0" sldId="257"/>
                <pc2:cmMk id="{9DE3CE6B-3BE0-4FC4-A1D9-EA3ECCE34027}"/>
              </pc2:cmMkLst>
            </pc226:cmChg>
          </p:ext>
        </pc:extLst>
      </pc:sldChg>
      <pc:sldChg chg="del">
        <pc:chgData name="Est. Kevin Leonardo  Llumiquinga Oña" userId="b34b9b7d-f784-47ea-8816-999e214d6337" providerId="ADAL" clId="{7EAEFD3A-7F5F-2B40-B257-AF50A3633859}" dt="2025-07-31T05:20:09.062" v="666" actId="2696"/>
        <pc:sldMkLst>
          <pc:docMk/>
          <pc:sldMk cId="934649720" sldId="297"/>
        </pc:sldMkLst>
      </pc:sldChg>
      <pc:sldChg chg="modSp">
        <pc:chgData name="Est. Kevin Leonardo  Llumiquinga Oña" userId="b34b9b7d-f784-47ea-8816-999e214d6337" providerId="ADAL" clId="{7EAEFD3A-7F5F-2B40-B257-AF50A3633859}" dt="2025-07-31T05:07:15.878" v="572" actId="20577"/>
        <pc:sldMkLst>
          <pc:docMk/>
          <pc:sldMk cId="3846920776" sldId="301"/>
        </pc:sldMkLst>
        <pc:graphicFrameChg chg="mod">
          <ac:chgData name="Est. Kevin Leonardo  Llumiquinga Oña" userId="b34b9b7d-f784-47ea-8816-999e214d6337" providerId="ADAL" clId="{7EAEFD3A-7F5F-2B40-B257-AF50A3633859}" dt="2025-07-31T05:07:15.878" v="572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Kevin Leonardo  Llumiquinga Oña" userId="b34b9b7d-f784-47ea-8816-999e214d6337" providerId="ADAL" clId="{7EAEFD3A-7F5F-2B40-B257-AF50A3633859}" dt="2025-07-31T04:36:13.703" v="141" actId="1076"/>
        <pc:sldMkLst>
          <pc:docMk/>
          <pc:sldMk cId="317784695" sldId="302"/>
        </pc:sldMkLst>
        <pc:spChg chg="add mod">
          <ac:chgData name="Est. Kevin Leonardo  Llumiquinga Oña" userId="b34b9b7d-f784-47ea-8816-999e214d6337" providerId="ADAL" clId="{7EAEFD3A-7F5F-2B40-B257-AF50A3633859}" dt="2025-07-31T04:36:13.703" v="141" actId="1076"/>
          <ac:spMkLst>
            <pc:docMk/>
            <pc:sldMk cId="317784695" sldId="302"/>
            <ac:spMk id="2" creationId="{B92F9B3E-DE44-538C-886A-C91D0F372DB4}"/>
          </ac:spMkLst>
        </pc:spChg>
        <pc:spChg chg="add del mod">
          <ac:chgData name="Est. Kevin Leonardo  Llumiquinga Oña" userId="b34b9b7d-f784-47ea-8816-999e214d6337" providerId="ADAL" clId="{7EAEFD3A-7F5F-2B40-B257-AF50A3633859}" dt="2025-07-31T04:34:41.633" v="120"/>
          <ac:spMkLst>
            <pc:docMk/>
            <pc:sldMk cId="317784695" sldId="302"/>
            <ac:spMk id="3" creationId="{D18323AF-3A7F-CBD2-E3D0-14E89020BCAA}"/>
          </ac:spMkLst>
        </pc:spChg>
        <pc:picChg chg="del mod">
          <ac:chgData name="Est. Kevin Leonardo  Llumiquinga Oña" userId="b34b9b7d-f784-47ea-8816-999e214d6337" providerId="ADAL" clId="{7EAEFD3A-7F5F-2B40-B257-AF50A3633859}" dt="2025-07-31T04:18:19.756" v="111" actId="478"/>
          <ac:picMkLst>
            <pc:docMk/>
            <pc:sldMk cId="317784695" sldId="302"/>
            <ac:picMk id="1028" creationId="{F7DD31BB-6FB1-EE72-A5C3-47BA99EC372A}"/>
          </ac:picMkLst>
        </pc:picChg>
        <pc:picChg chg="mod">
          <ac:chgData name="Est. Kevin Leonardo  Llumiquinga Oña" userId="b34b9b7d-f784-47ea-8816-999e214d6337" providerId="ADAL" clId="{7EAEFD3A-7F5F-2B40-B257-AF50A3633859}" dt="2025-07-31T04:18:25.019" v="114" actId="1076"/>
          <ac:picMkLst>
            <pc:docMk/>
            <pc:sldMk cId="317784695" sldId="302"/>
            <ac:picMk id="1030" creationId="{8ABAA506-88BC-026D-8C29-EE352FA1F8EF}"/>
          </ac:picMkLst>
        </pc:picChg>
      </pc:sldChg>
      <pc:sldChg chg="modSp mod">
        <pc:chgData name="Est. Kevin Leonardo  Llumiquinga Oña" userId="b34b9b7d-f784-47ea-8816-999e214d6337" providerId="ADAL" clId="{7EAEFD3A-7F5F-2B40-B257-AF50A3633859}" dt="2025-07-31T03:04:43.537" v="64" actId="14100"/>
        <pc:sldMkLst>
          <pc:docMk/>
          <pc:sldMk cId="3010457217" sldId="303"/>
        </pc:sldMkLst>
        <pc:picChg chg="mod">
          <ac:chgData name="Est. Kevin Leonardo  Llumiquinga Oña" userId="b34b9b7d-f784-47ea-8816-999e214d6337" providerId="ADAL" clId="{7EAEFD3A-7F5F-2B40-B257-AF50A3633859}" dt="2025-07-31T03:04:43.537" v="64" actId="14100"/>
          <ac:picMkLst>
            <pc:docMk/>
            <pc:sldMk cId="3010457217" sldId="303"/>
            <ac:picMk id="12" creationId="{B243BF49-A622-4C06-A681-0FDB0642E834}"/>
          </ac:picMkLst>
        </pc:picChg>
      </pc:sldChg>
      <pc:sldChg chg="addSp delSp modSp mod delAnim modAnim">
        <pc:chgData name="Est. Kevin Leonardo  Llumiquinga Oña" userId="b34b9b7d-f784-47ea-8816-999e214d6337" providerId="ADAL" clId="{7EAEFD3A-7F5F-2B40-B257-AF50A3633859}" dt="2025-07-31T04:57:45.967" v="524"/>
        <pc:sldMkLst>
          <pc:docMk/>
          <pc:sldMk cId="1287916949" sldId="305"/>
        </pc:sldMkLst>
        <pc:picChg chg="add del mod">
          <ac:chgData name="Est. Kevin Leonardo  Llumiquinga Oña" userId="b34b9b7d-f784-47ea-8816-999e214d6337" providerId="ADAL" clId="{7EAEFD3A-7F5F-2B40-B257-AF50A3633859}" dt="2025-07-31T04:55:15.392" v="506" actId="478"/>
          <ac:picMkLst>
            <pc:docMk/>
            <pc:sldMk cId="1287916949" sldId="305"/>
            <ac:picMk id="2" creationId="{FD3D1341-98EF-52A1-FED0-4A53602E2908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5:39.734" v="509" actId="478"/>
          <ac:picMkLst>
            <pc:docMk/>
            <pc:sldMk cId="1287916949" sldId="305"/>
            <ac:picMk id="3" creationId="{47BA877E-7D3C-C898-6200-FD16F523F2C2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5:46.097" v="512" actId="1076"/>
          <ac:picMkLst>
            <pc:docMk/>
            <pc:sldMk cId="1287916949" sldId="305"/>
            <ac:picMk id="4" creationId="{4B1F8549-F9D6-C593-8E81-DE91501A22B6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7:06.133" v="519" actId="478"/>
          <ac:picMkLst>
            <pc:docMk/>
            <pc:sldMk cId="1287916949" sldId="305"/>
            <ac:picMk id="6" creationId="{A76D8222-2D99-A533-015A-978C15728FEA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6:42.948" v="518" actId="21"/>
          <ac:picMkLst>
            <pc:docMk/>
            <pc:sldMk cId="1287916949" sldId="305"/>
            <ac:picMk id="7" creationId="{DB0B58C0-1208-A9B9-3E97-0E6670AB35D4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7:45.967" v="524"/>
          <ac:picMkLst>
            <pc:docMk/>
            <pc:sldMk cId="1287916949" sldId="305"/>
            <ac:picMk id="8" creationId="{62D370B3-F53F-AE87-CCC7-1965FBA047BC}"/>
          </ac:picMkLst>
        </pc:picChg>
      </pc:sldChg>
      <pc:sldChg chg="modSp mod delCm modCm">
        <pc:chgData name="Est. Kevin Leonardo  Llumiquinga Oña" userId="b34b9b7d-f784-47ea-8816-999e214d6337" providerId="ADAL" clId="{7EAEFD3A-7F5F-2B40-B257-AF50A3633859}" dt="2025-07-31T03:43:53.167" v="95" actId="1076"/>
        <pc:sldMkLst>
          <pc:docMk/>
          <pc:sldMk cId="3030940304" sldId="307"/>
        </pc:sldMkLst>
        <pc:spChg chg="mod">
          <ac:chgData name="Est. Kevin Leonardo  Llumiquinga Oña" userId="b34b9b7d-f784-47ea-8816-999e214d6337" providerId="ADAL" clId="{7EAEFD3A-7F5F-2B40-B257-AF50A3633859}" dt="2025-07-31T03:43:46.368" v="93" actId="1076"/>
          <ac:spMkLst>
            <pc:docMk/>
            <pc:sldMk cId="3030940304" sldId="307"/>
            <ac:spMk id="8" creationId="{B9C0CA9F-CCCC-7FEB-80F4-47565F26C437}"/>
          </ac:spMkLst>
        </pc:spChg>
        <pc:spChg chg="mod">
          <ac:chgData name="Est. Kevin Leonardo  Llumiquinga Oña" userId="b34b9b7d-f784-47ea-8816-999e214d6337" providerId="ADAL" clId="{7EAEFD3A-7F5F-2B40-B257-AF50A3633859}" dt="2025-07-31T03:43:49.667" v="94" actId="1076"/>
          <ac:spMkLst>
            <pc:docMk/>
            <pc:sldMk cId="3030940304" sldId="307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3:43:53.167" v="95" actId="1076"/>
          <ac:spMkLst>
            <pc:docMk/>
            <pc:sldMk cId="3030940304" sldId="307"/>
            <ac:spMk id="18" creationId="{F4D80471-2932-A580-A41B-573EA57CFE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Est. Kevin Leonardo  Llumiquinga Oña" userId="b34b9b7d-f784-47ea-8816-999e214d6337" providerId="ADAL" clId="{7EAEFD3A-7F5F-2B40-B257-AF50A3633859}" dt="2025-07-31T03:42:56.577" v="77"/>
              <pc2:cmMkLst xmlns:pc2="http://schemas.microsoft.com/office/powerpoint/2019/9/main/command">
                <pc:docMk/>
                <pc:sldMk cId="3030940304" sldId="307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0.675" v="100"/>
        <pc:sldMkLst>
          <pc:docMk/>
          <pc:sldMk cId="3807865902" sldId="31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10.675" v="100"/>
              <pc2:cmMkLst xmlns:pc2="http://schemas.microsoft.com/office/powerpoint/2019/9/main/command">
                <pc:docMk/>
                <pc:sldMk cId="3807865902" sldId="313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7.440" v="101"/>
        <pc:sldMkLst>
          <pc:docMk/>
          <pc:sldMk cId="3023258823" sldId="31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17.440" v="101"/>
              <pc2:cmMkLst xmlns:pc2="http://schemas.microsoft.com/office/powerpoint/2019/9/main/command">
                <pc:docMk/>
                <pc:sldMk cId="3023258823" sldId="314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20.790" v="102"/>
        <pc:sldMkLst>
          <pc:docMk/>
          <pc:sldMk cId="1949303581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20.790" v="102"/>
              <pc2:cmMkLst xmlns:pc2="http://schemas.microsoft.com/office/powerpoint/2019/9/main/command">
                <pc:docMk/>
                <pc:sldMk cId="1949303581" sldId="315"/>
                <pc2:cmMk id="{B6B60A14-D755-4D74-94CF-D5FA8305A7AF}"/>
              </pc2:cmMkLst>
            </pc226:cmChg>
          </p:ext>
        </pc:extLst>
      </pc:sldChg>
      <pc:sldChg chg="delSp modSp add mod ord">
        <pc:chgData name="Est. Kevin Leonardo  Llumiquinga Oña" userId="b34b9b7d-f784-47ea-8816-999e214d6337" providerId="ADAL" clId="{7EAEFD3A-7F5F-2B40-B257-AF50A3633859}" dt="2025-07-31T04:52:51.925" v="457" actId="20577"/>
        <pc:sldMkLst>
          <pc:docMk/>
          <pc:sldMk cId="1955430895" sldId="316"/>
        </pc:sldMkLst>
        <pc:spChg chg="mod">
          <ac:chgData name="Est. Kevin Leonardo  Llumiquinga Oña" userId="b34b9b7d-f784-47ea-8816-999e214d6337" providerId="ADAL" clId="{7EAEFD3A-7F5F-2B40-B257-AF50A3633859}" dt="2025-07-31T04:52:51.925" v="457" actId="20577"/>
          <ac:spMkLst>
            <pc:docMk/>
            <pc:sldMk cId="1955430895" sldId="316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8:53.807" v="182" actId="478"/>
          <ac:spMkLst>
            <pc:docMk/>
            <pc:sldMk cId="1955430895" sldId="316"/>
            <ac:spMk id="7" creationId="{BA04B5B0-3ECD-1659-6421-BA3962B38833}"/>
          </ac:spMkLst>
        </pc:spChg>
        <pc:spChg chg="del mod">
          <ac:chgData name="Est. Kevin Leonardo  Llumiquinga Oña" userId="b34b9b7d-f784-47ea-8816-999e214d6337" providerId="ADAL" clId="{7EAEFD3A-7F5F-2B40-B257-AF50A3633859}" dt="2025-07-31T04:48:48.245" v="178" actId="478"/>
          <ac:spMkLst>
            <pc:docMk/>
            <pc:sldMk cId="1955430895" sldId="316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8:49.368" v="179" actId="478"/>
          <ac:spMkLst>
            <pc:docMk/>
            <pc:sldMk cId="1955430895" sldId="316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8:55.219" v="183" actId="478"/>
          <ac:spMkLst>
            <pc:docMk/>
            <pc:sldMk cId="1955430895" sldId="316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52:23.990" v="415" actId="20577"/>
          <ac:spMkLst>
            <pc:docMk/>
            <pc:sldMk cId="1955430895" sldId="316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4:52:17.090" v="411" actId="12"/>
          <ac:spMkLst>
            <pc:docMk/>
            <pc:sldMk cId="1955430895" sldId="316"/>
            <ac:spMk id="18" creationId="{F4D80471-2932-A580-A41B-573EA57CFE9A}"/>
          </ac:spMkLst>
        </pc:spChg>
        <pc:picChg chg="mod">
          <ac:chgData name="Est. Kevin Leonardo  Llumiquinga Oña" userId="b34b9b7d-f784-47ea-8816-999e214d6337" providerId="ADAL" clId="{7EAEFD3A-7F5F-2B40-B257-AF50A3633859}" dt="2025-07-31T04:51:03.784" v="336" actId="14100"/>
          <ac:picMkLst>
            <pc:docMk/>
            <pc:sldMk cId="1955430895" sldId="316"/>
            <ac:picMk id="3" creationId="{D443DCD7-8C74-7857-EC1F-56A6076D2906}"/>
          </ac:picMkLst>
        </pc:picChg>
        <pc:picChg chg="del">
          <ac:chgData name="Est. Kevin Leonardo  Llumiquinga Oña" userId="b34b9b7d-f784-47ea-8816-999e214d6337" providerId="ADAL" clId="{7EAEFD3A-7F5F-2B40-B257-AF50A3633859}" dt="2025-07-31T04:48:50.151" v="180" actId="478"/>
          <ac:picMkLst>
            <pc:docMk/>
            <pc:sldMk cId="1955430895" sldId="316"/>
            <ac:picMk id="4" creationId="{3504AF04-9413-DD9A-C4D6-AB8C9C49FF6A}"/>
          </ac:picMkLst>
        </pc:picChg>
        <pc:picChg chg="mod">
          <ac:chgData name="Est. Kevin Leonardo  Llumiquinga Oña" userId="b34b9b7d-f784-47ea-8816-999e214d6337" providerId="ADAL" clId="{7EAEFD3A-7F5F-2B40-B257-AF50A3633859}" dt="2025-07-31T04:51:15.068" v="339" actId="14100"/>
          <ac:picMkLst>
            <pc:docMk/>
            <pc:sldMk cId="1955430895" sldId="316"/>
            <ac:picMk id="17" creationId="{D878E5C2-D459-66BA-DBE6-9CD63EA16C03}"/>
          </ac:picMkLst>
        </pc:picChg>
      </pc:sldChg>
      <pc:sldChg chg="delSp modSp add ord">
        <pc:chgData name="Est. Kevin Leonardo  Llumiquinga Oña" userId="b34b9b7d-f784-47ea-8816-999e214d6337" providerId="ADAL" clId="{7EAEFD3A-7F5F-2B40-B257-AF50A3633859}" dt="2025-07-31T04:18:18.009" v="110" actId="20578"/>
        <pc:sldMkLst>
          <pc:docMk/>
          <pc:sldMk cId="342327655" sldId="317"/>
        </pc:sldMkLst>
        <pc:picChg chg="mod">
          <ac:chgData name="Est. Kevin Leonardo  Llumiquinga Oña" userId="b34b9b7d-f784-47ea-8816-999e214d6337" providerId="ADAL" clId="{7EAEFD3A-7F5F-2B40-B257-AF50A3633859}" dt="2025-07-31T04:18:03.169" v="109" actId="14100"/>
          <ac:picMkLst>
            <pc:docMk/>
            <pc:sldMk cId="342327655" sldId="317"/>
            <ac:picMk id="1028" creationId="{F7DD31BB-6FB1-EE72-A5C3-47BA99EC372A}"/>
          </ac:picMkLst>
        </pc:picChg>
        <pc:picChg chg="del">
          <ac:chgData name="Est. Kevin Leonardo  Llumiquinga Oña" userId="b34b9b7d-f784-47ea-8816-999e214d6337" providerId="ADAL" clId="{7EAEFD3A-7F5F-2B40-B257-AF50A3633859}" dt="2025-07-31T04:17:59.038" v="107" actId="478"/>
          <ac:picMkLst>
            <pc:docMk/>
            <pc:sldMk cId="342327655" sldId="317"/>
            <ac:picMk id="1030" creationId="{8ABAA506-88BC-026D-8C29-EE352FA1F8EF}"/>
          </ac:picMkLst>
        </pc:picChg>
      </pc:sldChg>
      <pc:sldChg chg="addSp delSp modSp add mod">
        <pc:chgData name="Est. Kevin Leonardo  Llumiquinga Oña" userId="b34b9b7d-f784-47ea-8816-999e214d6337" providerId="ADAL" clId="{7EAEFD3A-7F5F-2B40-B257-AF50A3633859}" dt="2025-07-31T04:53:11.883" v="494"/>
        <pc:sldMkLst>
          <pc:docMk/>
          <pc:sldMk cId="766154880" sldId="318"/>
        </pc:sldMkLst>
        <pc:spChg chg="mod">
          <ac:chgData name="Est. Kevin Leonardo  Llumiquinga Oña" userId="b34b9b7d-f784-47ea-8816-999e214d6337" providerId="ADAL" clId="{7EAEFD3A-7F5F-2B40-B257-AF50A3633859}" dt="2025-07-31T04:53:11.883" v="494"/>
          <ac:spMkLst>
            <pc:docMk/>
            <pc:sldMk cId="766154880" sldId="318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7:11.917" v="144" actId="478"/>
          <ac:spMkLst>
            <pc:docMk/>
            <pc:sldMk cId="766154880" sldId="318"/>
            <ac:spMk id="7" creationId="{BA04B5B0-3ECD-1659-6421-BA3962B38833}"/>
          </ac:spMkLst>
        </pc:spChg>
        <pc:spChg chg="mod">
          <ac:chgData name="Est. Kevin Leonardo  Llumiquinga Oña" userId="b34b9b7d-f784-47ea-8816-999e214d6337" providerId="ADAL" clId="{7EAEFD3A-7F5F-2B40-B257-AF50A3633859}" dt="2025-07-31T04:47:25.270" v="150" actId="1076"/>
          <ac:spMkLst>
            <pc:docMk/>
            <pc:sldMk cId="766154880" sldId="318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7:38.986" v="156" actId="478"/>
          <ac:spMkLst>
            <pc:docMk/>
            <pc:sldMk cId="766154880" sldId="318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7:13.843" v="146" actId="478"/>
          <ac:spMkLst>
            <pc:docMk/>
            <pc:sldMk cId="766154880" sldId="318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48:44.703" v="177" actId="1076"/>
          <ac:spMkLst>
            <pc:docMk/>
            <pc:sldMk cId="766154880" sldId="318"/>
            <ac:spMk id="16" creationId="{6BE9BE6F-9891-B114-016E-7CDE409F9464}"/>
          </ac:spMkLst>
        </pc:spChg>
        <pc:spChg chg="del">
          <ac:chgData name="Est. Kevin Leonardo  Llumiquinga Oña" userId="b34b9b7d-f784-47ea-8816-999e214d6337" providerId="ADAL" clId="{7EAEFD3A-7F5F-2B40-B257-AF50A3633859}" dt="2025-07-31T04:47:19.439" v="148" actId="478"/>
          <ac:spMkLst>
            <pc:docMk/>
            <pc:sldMk cId="766154880" sldId="318"/>
            <ac:spMk id="18" creationId="{F4D80471-2932-A580-A41B-573EA57CFE9A}"/>
          </ac:spMkLst>
        </pc:spChg>
        <pc:picChg chg="del">
          <ac:chgData name="Est. Kevin Leonardo  Llumiquinga Oña" userId="b34b9b7d-f784-47ea-8816-999e214d6337" providerId="ADAL" clId="{7EAEFD3A-7F5F-2B40-B257-AF50A3633859}" dt="2025-07-31T04:47:10.918" v="143" actId="478"/>
          <ac:picMkLst>
            <pc:docMk/>
            <pc:sldMk cId="766154880" sldId="318"/>
            <ac:picMk id="3" creationId="{D443DCD7-8C74-7857-EC1F-56A6076D2906}"/>
          </ac:picMkLst>
        </pc:picChg>
        <pc:picChg chg="mod">
          <ac:chgData name="Est. Kevin Leonardo  Llumiquinga Oña" userId="b34b9b7d-f784-47ea-8816-999e214d6337" providerId="ADAL" clId="{7EAEFD3A-7F5F-2B40-B257-AF50A3633859}" dt="2025-07-31T04:48:41.287" v="176" actId="14100"/>
          <ac:picMkLst>
            <pc:docMk/>
            <pc:sldMk cId="766154880" sldId="318"/>
            <ac:picMk id="4" creationId="{3504AF04-9413-DD9A-C4D6-AB8C9C49FF6A}"/>
          </ac:picMkLst>
        </pc:picChg>
        <pc:picChg chg="del">
          <ac:chgData name="Est. Kevin Leonardo  Llumiquinga Oña" userId="b34b9b7d-f784-47ea-8816-999e214d6337" providerId="ADAL" clId="{7EAEFD3A-7F5F-2B40-B257-AF50A3633859}" dt="2025-07-31T04:47:12.809" v="145" actId="478"/>
          <ac:picMkLst>
            <pc:docMk/>
            <pc:sldMk cId="766154880" sldId="318"/>
            <ac:picMk id="17" creationId="{D878E5C2-D459-66BA-DBE6-9CD63EA16C03}"/>
          </ac:picMkLst>
        </pc:picChg>
        <pc:cxnChg chg="add">
          <ac:chgData name="Est. Kevin Leonardo  Llumiquinga Oña" userId="b34b9b7d-f784-47ea-8816-999e214d6337" providerId="ADAL" clId="{7EAEFD3A-7F5F-2B40-B257-AF50A3633859}" dt="2025-07-31T04:47:45.374" v="157" actId="11529"/>
          <ac:cxnSpMkLst>
            <pc:docMk/>
            <pc:sldMk cId="766154880" sldId="318"/>
            <ac:cxnSpMk id="12" creationId="{060BDE8A-F453-BE88-C8CF-E8CC98AA2634}"/>
          </ac:cxnSpMkLst>
        </pc:cxnChg>
      </pc:sldChg>
      <pc:sldChg chg="addSp delSp modSp add mod">
        <pc:chgData name="Est. Kevin Leonardo  Llumiquinga Oña" userId="b34b9b7d-f784-47ea-8816-999e214d6337" providerId="ADAL" clId="{7EAEFD3A-7F5F-2B40-B257-AF50A3633859}" dt="2025-07-31T05:19:56.848" v="665" actId="207"/>
        <pc:sldMkLst>
          <pc:docMk/>
          <pc:sldMk cId="2221248649" sldId="319"/>
        </pc:sldMkLst>
        <pc:graphicFrameChg chg="mod modGraphic">
          <ac:chgData name="Est. Kevin Leonardo  Llumiquinga Oña" userId="b34b9b7d-f784-47ea-8816-999e214d6337" providerId="ADAL" clId="{7EAEFD3A-7F5F-2B40-B257-AF50A3633859}" dt="2025-07-31T05:19:56.848" v="665" actId="207"/>
          <ac:graphicFrameMkLst>
            <pc:docMk/>
            <pc:sldMk cId="2221248649" sldId="319"/>
            <ac:graphicFrameMk id="25" creationId="{177036D8-F8BA-3246-8BCE-0E43F2FEE259}"/>
          </ac:graphicFrameMkLst>
        </pc:graphicFrameChg>
        <pc:picChg chg="add del mod">
          <ac:chgData name="Est. Kevin Leonardo  Llumiquinga Oña" userId="b34b9b7d-f784-47ea-8816-999e214d6337" providerId="ADAL" clId="{7EAEFD3A-7F5F-2B40-B257-AF50A3633859}" dt="2025-07-31T05:14:07.817" v="582"/>
          <ac:picMkLst>
            <pc:docMk/>
            <pc:sldMk cId="2221248649" sldId="319"/>
            <ac:picMk id="2" creationId="{241A6040-4426-0FF8-3D85-87B904702F0A}"/>
          </ac:picMkLst>
        </pc:picChg>
        <pc:picChg chg="add del">
          <ac:chgData name="Est. Kevin Leonardo  Llumiquinga Oña" userId="b34b9b7d-f784-47ea-8816-999e214d6337" providerId="ADAL" clId="{7EAEFD3A-7F5F-2B40-B257-AF50A3633859}" dt="2025-07-31T05:14:14.770" v="584"/>
          <ac:picMkLst>
            <pc:docMk/>
            <pc:sldMk cId="2221248649" sldId="319"/>
            <ac:picMk id="3" creationId="{639C33A6-2AD5-03A4-5C7D-E8DC295FFD9F}"/>
          </ac:picMkLst>
        </pc:picChg>
      </pc:sldChg>
    </pc:docChg>
  </pc:docChgLst>
  <pc:docChgLst>
    <pc:chgData name="Est. Elmer Ulices Chanchicocha Llumiguano" userId="3ed1dcbf-5dfb-47bc-88ad-06629b3a73a0" providerId="ADAL" clId="{C8CE04ED-9395-4E65-9119-899EEE50A551}"/>
    <pc:docChg chg="undo custSel addSld delSld modSld sldOrd">
      <pc:chgData name="Est. Elmer Ulices Chanchicocha Llumiguano" userId="3ed1dcbf-5dfb-47bc-88ad-06629b3a73a0" providerId="ADAL" clId="{C8CE04ED-9395-4E65-9119-899EEE50A551}" dt="2025-07-29T20:28:16.188" v="755" actId="207"/>
      <pc:docMkLst>
        <pc:docMk/>
      </pc:docMkLst>
      <pc:sldChg chg="modSp mod">
        <pc:chgData name="Est. Elmer Ulices Chanchicocha Llumiguano" userId="3ed1dcbf-5dfb-47bc-88ad-06629b3a73a0" providerId="ADAL" clId="{C8CE04ED-9395-4E65-9119-899EEE50A551}" dt="2025-07-29T20:28:16.188" v="755" actId="207"/>
        <pc:sldMkLst>
          <pc:docMk/>
          <pc:sldMk cId="0" sldId="256"/>
        </pc:sldMkLst>
        <pc:spChg chg="mod">
          <ac:chgData name="Est. Elmer Ulices Chanchicocha Llumiguano" userId="3ed1dcbf-5dfb-47bc-88ad-06629b3a73a0" providerId="ADAL" clId="{C8CE04ED-9395-4E65-9119-899EEE50A551}" dt="2025-07-29T20:28:16.188" v="755" actId="207"/>
          <ac:spMkLst>
            <pc:docMk/>
            <pc:sldMk cId="0" sldId="256"/>
            <ac:spMk id="5" creationId="{C5230DA0-FA63-9DED-3A31-CA7BA2A737E1}"/>
          </ac:spMkLst>
        </pc:spChg>
      </pc:sldChg>
      <pc:sldChg chg="modSp mod">
        <pc:chgData name="Est. Elmer Ulices Chanchicocha Llumiguano" userId="3ed1dcbf-5dfb-47bc-88ad-06629b3a73a0" providerId="ADAL" clId="{C8CE04ED-9395-4E65-9119-899EEE50A551}" dt="2025-07-29T18:05:14.338" v="48" actId="1076"/>
        <pc:sldMkLst>
          <pc:docMk/>
          <pc:sldMk cId="305123740" sldId="296"/>
        </pc:sldMkLst>
        <pc:spChg chg="mod">
          <ac:chgData name="Est. Elmer Ulices Chanchicocha Llumiguano" userId="3ed1dcbf-5dfb-47bc-88ad-06629b3a73a0" providerId="ADAL" clId="{C8CE04ED-9395-4E65-9119-899EEE50A551}" dt="2025-07-29T17:59:48.537" v="26" actId="20577"/>
          <ac:spMkLst>
            <pc:docMk/>
            <pc:sldMk cId="305123740" sldId="296"/>
            <ac:spMk id="5" creationId="{30E8CCE4-9DF8-B88D-76E9-0C6C83C7DB4F}"/>
          </ac:spMkLst>
        </pc:spChg>
        <pc:spChg chg="mod">
          <ac:chgData name="Est. Elmer Ulices Chanchicocha Llumiguano" userId="3ed1dcbf-5dfb-47bc-88ad-06629b3a73a0" providerId="ADAL" clId="{C8CE04ED-9395-4E65-9119-899EEE50A551}" dt="2025-07-29T17:56:41.841" v="16" actId="1076"/>
          <ac:spMkLst>
            <pc:docMk/>
            <pc:sldMk cId="305123740" sldId="296"/>
            <ac:spMk id="13" creationId="{3AF0D197-498C-541C-425B-FEFA446A7E12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4.338" v="4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1.518" v="47" actId="1076"/>
          <ac:spMkLst>
            <pc:docMk/>
            <pc:sldMk cId="305123740" sldId="296"/>
            <ac:spMk id="16" creationId="{79C56859-778D-A03F-BB6B-077279F04D23}"/>
          </ac:spMkLst>
        </pc:spChg>
        <pc:spChg chg="mod">
          <ac:chgData name="Est. Elmer Ulices Chanchicocha Llumiguano" userId="3ed1dcbf-5dfb-47bc-88ad-06629b3a73a0" providerId="ADAL" clId="{C8CE04ED-9395-4E65-9119-899EEE50A551}" dt="2025-07-29T18:04:20.200" v="42" actId="20577"/>
          <ac:spMkLst>
            <pc:docMk/>
            <pc:sldMk cId="305123740" sldId="296"/>
            <ac:spMk id="17" creationId="{4FFD2DEF-36A4-C5BB-5C2C-4059A0AD21FE}"/>
          </ac:spMkLst>
        </pc:spChg>
      </pc:sldChg>
      <pc:sldChg chg="modSp">
        <pc:chgData name="Est. Elmer Ulices Chanchicocha Llumiguano" userId="3ed1dcbf-5dfb-47bc-88ad-06629b3a73a0" providerId="ADAL" clId="{C8CE04ED-9395-4E65-9119-899EEE50A551}" dt="2025-07-29T19:23:07.728" v="304"/>
        <pc:sldMkLst>
          <pc:docMk/>
          <pc:sldMk cId="3846920776" sldId="301"/>
        </pc:sldMkLst>
        <pc:graphicFrameChg chg="mod">
          <ac:chgData name="Est. Elmer Ulices Chanchicocha Llumiguano" userId="3ed1dcbf-5dfb-47bc-88ad-06629b3a73a0" providerId="ADAL" clId="{C8CE04ED-9395-4E65-9119-899EEE50A551}" dt="2025-07-29T19:23:07.728" v="304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Elmer Ulices Chanchicocha Llumiguano" userId="3ed1dcbf-5dfb-47bc-88ad-06629b3a73a0" providerId="ADAL" clId="{C8CE04ED-9395-4E65-9119-899EEE50A551}" dt="2025-07-29T19:08:08.744" v="212" actId="27614"/>
        <pc:sldMkLst>
          <pc:docMk/>
          <pc:sldMk cId="3010457217" sldId="303"/>
        </pc:sldMkLst>
        <pc:spChg chg="del">
          <ac:chgData name="Est. Elmer Ulices Chanchicocha Llumiguano" userId="3ed1dcbf-5dfb-47bc-88ad-06629b3a73a0" providerId="ADAL" clId="{C8CE04ED-9395-4E65-9119-899EEE50A551}" dt="2025-07-29T18:23:46.075" v="202" actId="21"/>
          <ac:spMkLst>
            <pc:docMk/>
            <pc:sldMk cId="3010457217" sldId="303"/>
            <ac:spMk id="4" creationId="{7C88DB21-A632-5384-578A-593679C476F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4.445" v="209" actId="21"/>
          <ac:spMkLst>
            <pc:docMk/>
            <pc:sldMk cId="3010457217" sldId="303"/>
            <ac:spMk id="12" creationId="{22B1DC47-3172-1E0C-57FA-69A62A794EC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8.258" v="210" actId="21"/>
          <ac:spMkLst>
            <pc:docMk/>
            <pc:sldMk cId="3010457217" sldId="303"/>
            <ac:spMk id="13" creationId="{A3CB184B-2BA8-7541-990C-90B60048B416}"/>
          </ac:spMkLst>
        </pc:spChg>
        <pc:graphicFrameChg chg="del">
          <ac:chgData name="Est. Elmer Ulices Chanchicocha Llumiguano" userId="3ed1dcbf-5dfb-47bc-88ad-06629b3a73a0" providerId="ADAL" clId="{C8CE04ED-9395-4E65-9119-899EEE50A551}" dt="2025-07-29T19:07:36.344" v="205" actId="21"/>
          <ac:graphicFrameMkLst>
            <pc:docMk/>
            <pc:sldMk cId="3010457217" sldId="303"/>
            <ac:graphicFrameMk id="14" creationId="{E07E1476-F0C0-8106-A199-7B2DA4459030}"/>
          </ac:graphicFrameMkLst>
        </pc:graphicFrameChg>
        <pc:graphicFrameChg chg="del mod">
          <ac:chgData name="Est. Elmer Ulices Chanchicocha Llumiguano" userId="3ed1dcbf-5dfb-47bc-88ad-06629b3a73a0" providerId="ADAL" clId="{C8CE04ED-9395-4E65-9119-899EEE50A551}" dt="2025-07-29T19:07:40.568" v="207" actId="21"/>
          <ac:graphicFrameMkLst>
            <pc:docMk/>
            <pc:sldMk cId="3010457217" sldId="303"/>
            <ac:graphicFrameMk id="15" creationId="{68D53344-5092-DA26-ADD2-888629E464FE}"/>
          </ac:graphicFrameMkLst>
        </pc:graphicFrameChg>
        <pc:graphicFrameChg chg="del">
          <ac:chgData name="Est. Elmer Ulices Chanchicocha Llumiguano" userId="3ed1dcbf-5dfb-47bc-88ad-06629b3a73a0" providerId="ADAL" clId="{C8CE04ED-9395-4E65-9119-899EEE50A551}" dt="2025-07-29T19:07:42.693" v="208" actId="21"/>
          <ac:graphicFrameMkLst>
            <pc:docMk/>
            <pc:sldMk cId="3010457217" sldId="303"/>
            <ac:graphicFrameMk id="16" creationId="{D3DD3CBA-0834-4250-DB26-50041C08AD40}"/>
          </ac:graphicFrameMkLst>
        </pc:graphicFrameChg>
        <pc:picChg chg="add mod">
          <ac:chgData name="Est. Elmer Ulices Chanchicocha Llumiguano" userId="3ed1dcbf-5dfb-47bc-88ad-06629b3a73a0" providerId="ADAL" clId="{C8CE04ED-9395-4E65-9119-899EEE50A551}" dt="2025-07-29T19:08:08.744" v="212" actId="27614"/>
          <ac:picMkLst>
            <pc:docMk/>
            <pc:sldMk cId="3010457217" sldId="303"/>
            <ac:picMk id="6" creationId="{E3DFC2CE-8DD0-42ED-C35B-6A8246B6AB33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23:42.044" v="201" actId="478"/>
          <ac:picMkLst>
            <pc:docMk/>
            <pc:sldMk cId="3010457217" sldId="303"/>
            <ac:picMk id="1026" creationId="{E7BD44F4-1DBD-C801-5747-6009D1965F99}"/>
          </ac:picMkLst>
        </pc:picChg>
      </pc:sldChg>
      <pc:sldChg chg="modSp mod ord modCm">
        <pc:chgData name="Est. Elmer Ulices Chanchicocha Llumiguano" userId="3ed1dcbf-5dfb-47bc-88ad-06629b3a73a0" providerId="ADAL" clId="{C8CE04ED-9395-4E65-9119-899EEE50A551}" dt="2025-07-29T20:03:42.856" v="605" actId="20577"/>
        <pc:sldMkLst>
          <pc:docMk/>
          <pc:sldMk cId="3503074035" sldId="306"/>
        </pc:sldMkLst>
        <pc:spChg chg="mod">
          <ac:chgData name="Est. Elmer Ulices Chanchicocha Llumiguano" userId="3ed1dcbf-5dfb-47bc-88ad-06629b3a73a0" providerId="ADAL" clId="{C8CE04ED-9395-4E65-9119-899EEE50A551}" dt="2025-07-29T19:57:10.720" v="409" actId="20577"/>
          <ac:spMkLst>
            <pc:docMk/>
            <pc:sldMk cId="3503074035" sldId="306"/>
            <ac:spMk id="6" creationId="{54AB02EE-E1DC-E17E-8E88-A9CC9E58489B}"/>
          </ac:spMkLst>
        </pc:spChg>
        <pc:spChg chg="mod">
          <ac:chgData name="Est. Elmer Ulices Chanchicocha Llumiguano" userId="3ed1dcbf-5dfb-47bc-88ad-06629b3a73a0" providerId="ADAL" clId="{C8CE04ED-9395-4E65-9119-899EEE50A551}" dt="2025-07-29T20:03:42.856" v="605" actId="20577"/>
          <ac:spMkLst>
            <pc:docMk/>
            <pc:sldMk cId="3503074035" sldId="306"/>
            <ac:spMk id="20" creationId="{0EB6B031-7D28-DCA4-3D7F-EF576B9429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st. Elmer Ulices Chanchicocha Llumiguano" userId="3ed1dcbf-5dfb-47bc-88ad-06629b3a73a0" providerId="ADAL" clId="{C8CE04ED-9395-4E65-9119-899EEE50A551}" dt="2025-07-29T19:59:22.845" v="600" actId="20577"/>
              <pc2:cmMkLst xmlns:pc2="http://schemas.microsoft.com/office/powerpoint/2019/9/main/command">
                <pc:docMk/>
                <pc:sldMk cId="3503074035" sldId="306"/>
                <pc2:cmMk id="{F67D2E87-BA34-489E-97B3-D03EC20BED49}"/>
              </pc2:cmMkLst>
            </pc226:cmChg>
          </p:ext>
        </pc:extLst>
      </pc:sldChg>
      <pc:sldChg chg="addSp delSp modSp mod">
        <pc:chgData name="Est. Elmer Ulices Chanchicocha Llumiguano" userId="3ed1dcbf-5dfb-47bc-88ad-06629b3a73a0" providerId="ADAL" clId="{C8CE04ED-9395-4E65-9119-899EEE50A551}" dt="2025-07-29T20:19:01.293" v="698" actId="20577"/>
        <pc:sldMkLst>
          <pc:docMk/>
          <pc:sldMk cId="3030940304" sldId="307"/>
        </pc:sldMkLst>
        <pc:spChg chg="add del mod">
          <ac:chgData name="Est. Elmer Ulices Chanchicocha Llumiguano" userId="3ed1dcbf-5dfb-47bc-88ad-06629b3a73a0" providerId="ADAL" clId="{C8CE04ED-9395-4E65-9119-899EEE50A551}" dt="2025-07-29T20:13:25.610" v="643" actId="478"/>
          <ac:spMkLst>
            <pc:docMk/>
            <pc:sldMk cId="3030940304" sldId="307"/>
            <ac:spMk id="5" creationId="{81069589-5E4A-A80D-D65D-3F1CAB8D96F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35.529" v="680" actId="1076"/>
          <ac:spMkLst>
            <pc:docMk/>
            <pc:sldMk cId="3030940304" sldId="307"/>
            <ac:spMk id="7" creationId="{BA04B5B0-3ECD-1659-6421-BA3962B38833}"/>
          </ac:spMkLst>
        </pc:spChg>
        <pc:spChg chg="mod">
          <ac:chgData name="Est. Elmer Ulices Chanchicocha Llumiguano" userId="3ed1dcbf-5dfb-47bc-88ad-06629b3a73a0" providerId="ADAL" clId="{C8CE04ED-9395-4E65-9119-899EEE50A551}" dt="2025-07-29T20:14:58.523" v="685" actId="1076"/>
          <ac:spMkLst>
            <pc:docMk/>
            <pc:sldMk cId="3030940304" sldId="307"/>
            <ac:spMk id="9" creationId="{B358AEDD-4B53-96D1-7A21-B188A2A2E75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50.728" v="684" actId="1076"/>
          <ac:spMkLst>
            <pc:docMk/>
            <pc:sldMk cId="3030940304" sldId="307"/>
            <ac:spMk id="10" creationId="{D9FA86ED-0198-DC20-44A2-1CE6B1463214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4:38.717" v="681" actId="478"/>
          <ac:spMkLst>
            <pc:docMk/>
            <pc:sldMk cId="3030940304" sldId="307"/>
            <ac:spMk id="12" creationId="{B8C87FAB-DF3B-9F38-822F-3134352E5E2C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2:37.483" v="627" actId="478"/>
          <ac:spMkLst>
            <pc:docMk/>
            <pc:sldMk cId="3030940304" sldId="307"/>
            <ac:spMk id="14" creationId="{5CAA2999-1D32-5116-8B34-B7EEAB1F1A3D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3:12.653" v="640" actId="767"/>
          <ac:spMkLst>
            <pc:docMk/>
            <pc:sldMk cId="3030940304" sldId="307"/>
            <ac:spMk id="15" creationId="{7B768FCF-55E8-5EAB-DC3A-9FEC39F0E2FC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9:01.293" v="698" actId="20577"/>
          <ac:spMkLst>
            <pc:docMk/>
            <pc:sldMk cId="3030940304" sldId="307"/>
            <ac:spMk id="16" creationId="{6BE9BE6F-9891-B114-016E-7CDE409F9464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47.281" v="683" actId="1076"/>
          <ac:spMkLst>
            <pc:docMk/>
            <pc:sldMk cId="3030940304" sldId="307"/>
            <ac:spMk id="18" creationId="{F4D80471-2932-A580-A41B-573EA57CFE9A}"/>
          </ac:spMkLst>
        </pc:spChg>
        <pc:picChg chg="mod">
          <ac:chgData name="Est. Elmer Ulices Chanchicocha Llumiguano" userId="3ed1dcbf-5dfb-47bc-88ad-06629b3a73a0" providerId="ADAL" clId="{C8CE04ED-9395-4E65-9119-899EEE50A551}" dt="2025-07-29T20:12:27.206" v="622" actId="1076"/>
          <ac:picMkLst>
            <pc:docMk/>
            <pc:sldMk cId="3030940304" sldId="307"/>
            <ac:picMk id="3" creationId="{D443DCD7-8C74-7857-EC1F-56A6076D2906}"/>
          </ac:picMkLst>
        </pc:picChg>
        <pc:picChg chg="mod">
          <ac:chgData name="Est. Elmer Ulices Chanchicocha Llumiguano" userId="3ed1dcbf-5dfb-47bc-88ad-06629b3a73a0" providerId="ADAL" clId="{C8CE04ED-9395-4E65-9119-899EEE50A551}" dt="2025-07-29T20:08:06.984" v="608" actId="1076"/>
          <ac:picMkLst>
            <pc:docMk/>
            <pc:sldMk cId="3030940304" sldId="307"/>
            <ac:picMk id="17" creationId="{D878E5C2-D459-66BA-DBE6-9CD63EA16C03}"/>
          </ac:picMkLst>
        </pc:picChg>
      </pc:sldChg>
      <pc:sldChg chg="addSp delSp modSp del mod">
        <pc:chgData name="Est. Elmer Ulices Chanchicocha Llumiguano" userId="3ed1dcbf-5dfb-47bc-88ad-06629b3a73a0" providerId="ADAL" clId="{C8CE04ED-9395-4E65-9119-899EEE50A551}" dt="2025-07-29T18:12:51.110" v="89" actId="2696"/>
        <pc:sldMkLst>
          <pc:docMk/>
          <pc:sldMk cId="3088676157" sldId="308"/>
        </pc:sldMkLst>
        <pc:spChg chg="del mod">
          <ac:chgData name="Est. Elmer Ulices Chanchicocha Llumiguano" userId="3ed1dcbf-5dfb-47bc-88ad-06629b3a73a0" providerId="ADAL" clId="{C8CE04ED-9395-4E65-9119-899EEE50A551}" dt="2025-07-29T18:11:18.330" v="62" actId="21"/>
          <ac:spMkLst>
            <pc:docMk/>
            <pc:sldMk cId="3088676157" sldId="308"/>
            <ac:spMk id="3" creationId="{56EBB2FB-0381-B7A7-A0AE-6689131BFF50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18:12:35.819" v="84" actId="21"/>
          <ac:spMkLst>
            <pc:docMk/>
            <pc:sldMk cId="3088676157" sldId="308"/>
            <ac:spMk id="6" creationId="{0C6FC9E6-A6C7-43DE-6DFF-D362F771F7B8}"/>
          </ac:spMkLst>
        </pc:spChg>
        <pc:spChg chg="add mod">
          <ac:chgData name="Est. Elmer Ulices Chanchicocha Llumiguano" userId="3ed1dcbf-5dfb-47bc-88ad-06629b3a73a0" providerId="ADAL" clId="{C8CE04ED-9395-4E65-9119-899EEE50A551}" dt="2025-07-29T18:11:26.518" v="66" actId="1076"/>
          <ac:spMkLst>
            <pc:docMk/>
            <pc:sldMk cId="3088676157" sldId="308"/>
            <ac:spMk id="8" creationId="{1970C8EE-47C2-FB38-8B70-3FE1D4CDD977}"/>
          </ac:spMkLst>
        </pc:spChg>
        <pc:spChg chg="add del">
          <ac:chgData name="Est. Elmer Ulices Chanchicocha Llumiguano" userId="3ed1dcbf-5dfb-47bc-88ad-06629b3a73a0" providerId="ADAL" clId="{C8CE04ED-9395-4E65-9119-899EEE50A551}" dt="2025-07-29T18:12:46.607" v="88" actId="21"/>
          <ac:spMkLst>
            <pc:docMk/>
            <pc:sldMk cId="3088676157" sldId="308"/>
            <ac:spMk id="10" creationId="{A2AF88E9-9DD9-2927-CB48-8C84D25DA017}"/>
          </ac:spMkLst>
        </pc:spChg>
        <pc:picChg chg="add del mod modCrop">
          <ac:chgData name="Est. Elmer Ulices Chanchicocha Llumiguano" userId="3ed1dcbf-5dfb-47bc-88ad-06629b3a73a0" providerId="ADAL" clId="{C8CE04ED-9395-4E65-9119-899EEE50A551}" dt="2025-07-29T18:12:44.219" v="87" actId="21"/>
          <ac:picMkLst>
            <pc:docMk/>
            <pc:sldMk cId="3088676157" sldId="308"/>
            <ac:picMk id="4" creationId="{701AA8D9-DBA8-60AB-EF8A-7182D526FC1D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09:32.947" v="54" actId="478"/>
          <ac:picMkLst>
            <pc:docMk/>
            <pc:sldMk cId="3088676157" sldId="308"/>
            <ac:picMk id="1026" creationId="{8D56F86D-1C38-AC8D-F2CA-789133F99EF0}"/>
          </ac:picMkLst>
        </pc:picChg>
      </pc:sldChg>
      <pc:sldChg chg="addSp delSp modSp mod">
        <pc:chgData name="Est. Elmer Ulices Chanchicocha Llumiguano" userId="3ed1dcbf-5dfb-47bc-88ad-06629b3a73a0" providerId="ADAL" clId="{C8CE04ED-9395-4E65-9119-899EEE50A551}" dt="2025-07-29T20:27:45.517" v="753" actId="14100"/>
        <pc:sldMkLst>
          <pc:docMk/>
          <pc:sldMk cId="2295024140" sldId="309"/>
        </pc:sldMkLst>
        <pc:spChg chg="add del mod">
          <ac:chgData name="Est. Elmer Ulices Chanchicocha Llumiguano" userId="3ed1dcbf-5dfb-47bc-88ad-06629b3a73a0" providerId="ADAL" clId="{C8CE04ED-9395-4E65-9119-899EEE50A551}" dt="2025-07-29T20:25:51.853" v="702" actId="478"/>
          <ac:spMkLst>
            <pc:docMk/>
            <pc:sldMk cId="2295024140" sldId="309"/>
            <ac:spMk id="2" creationId="{3F6345EF-84E7-CB52-FF48-2589BAB469E5}"/>
          </ac:spMkLst>
        </pc:spChg>
        <pc:spChg chg="del mod">
          <ac:chgData name="Est. Elmer Ulices Chanchicocha Llumiguano" userId="3ed1dcbf-5dfb-47bc-88ad-06629b3a73a0" providerId="ADAL" clId="{C8CE04ED-9395-4E65-9119-899EEE50A551}" dt="2025-07-29T20:25:48.027" v="700" actId="21"/>
          <ac:spMkLst>
            <pc:docMk/>
            <pc:sldMk cId="2295024140" sldId="309"/>
            <ac:spMk id="3" creationId="{3F6345EF-84E7-CB52-FF48-2589BAB469E5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27:45.517" v="753" actId="14100"/>
          <ac:spMkLst>
            <pc:docMk/>
            <pc:sldMk cId="2295024140" sldId="309"/>
            <ac:spMk id="8" creationId="{16015FF7-6278-E74A-381B-0F455EA0FD4C}"/>
          </ac:spMkLst>
        </pc:spChg>
        <pc:picChg chg="add mod">
          <ac:chgData name="Est. Elmer Ulices Chanchicocha Llumiguano" userId="3ed1dcbf-5dfb-47bc-88ad-06629b3a73a0" providerId="ADAL" clId="{C8CE04ED-9395-4E65-9119-899EEE50A551}" dt="2025-07-29T20:26:15.166" v="704" actId="1076"/>
          <ac:picMkLst>
            <pc:docMk/>
            <pc:sldMk cId="2295024140" sldId="309"/>
            <ac:picMk id="6" creationId="{632D3BD8-86D7-B84E-E063-2927DC23BCCB}"/>
          </ac:picMkLst>
        </pc:picChg>
      </pc:sldChg>
      <pc:sldChg chg="modSp del mod">
        <pc:chgData name="Est. Elmer Ulices Chanchicocha Llumiguano" userId="3ed1dcbf-5dfb-47bc-88ad-06629b3a73a0" providerId="ADAL" clId="{C8CE04ED-9395-4E65-9119-899EEE50A551}" dt="2025-07-29T19:09:06.536" v="221" actId="2696"/>
        <pc:sldMkLst>
          <pc:docMk/>
          <pc:sldMk cId="3730187309" sldId="310"/>
        </pc:sldMkLst>
        <pc:spChg chg="mod">
          <ac:chgData name="Est. Elmer Ulices Chanchicocha Llumiguano" userId="3ed1dcbf-5dfb-47bc-88ad-06629b3a73a0" providerId="ADAL" clId="{C8CE04ED-9395-4E65-9119-899EEE50A551}" dt="2025-07-29T19:08:50.016" v="213" actId="1076"/>
          <ac:spMkLst>
            <pc:docMk/>
            <pc:sldMk cId="3730187309" sldId="310"/>
            <ac:spMk id="3" creationId="{B69116FF-89E5-506E-A491-93CBCD61D56E}"/>
          </ac:spMkLst>
        </pc:spChg>
      </pc:sldChg>
      <pc:sldChg chg="addSp delSp modSp add mod">
        <pc:chgData name="Est. Elmer Ulices Chanchicocha Llumiguano" userId="3ed1dcbf-5dfb-47bc-88ad-06629b3a73a0" providerId="ADAL" clId="{C8CE04ED-9395-4E65-9119-899EEE50A551}" dt="2025-07-29T18:23:30.832" v="200" actId="1076"/>
        <pc:sldMkLst>
          <pc:docMk/>
          <pc:sldMk cId="1595798333" sldId="311"/>
        </pc:sldMkLst>
        <pc:spChg chg="add mod">
          <ac:chgData name="Est. Elmer Ulices Chanchicocha Llumiguano" userId="3ed1dcbf-5dfb-47bc-88ad-06629b3a73a0" providerId="ADAL" clId="{C8CE04ED-9395-4E65-9119-899EEE50A551}" dt="2025-07-29T18:23:30.832" v="200" actId="1076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Est. Elmer Ulices Chanchicocha Llumiguano" userId="3ed1dcbf-5dfb-47bc-88ad-06629b3a73a0" providerId="ADAL" clId="{C8CE04ED-9395-4E65-9119-899EEE50A551}" dt="2025-07-29T18:13:26.965" v="142" actId="20577"/>
          <ac:spMkLst>
            <pc:docMk/>
            <pc:sldMk cId="1595798333" sldId="311"/>
            <ac:spMk id="4" creationId="{77E18443-31BB-0E26-242A-80860711B329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3.846" v="75" actId="21"/>
          <ac:spMkLst>
            <pc:docMk/>
            <pc:sldMk cId="1595798333" sldId="311"/>
            <ac:spMk id="5" creationId="{AA5CE05F-3E7A-E256-3630-6CCCD2823B4E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1.516" v="74" actId="21"/>
          <ac:spMkLst>
            <pc:docMk/>
            <pc:sldMk cId="1595798333" sldId="311"/>
            <ac:spMk id="13" creationId="{5F1684EB-9DA8-EE8F-44C7-897C17B95686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1.371" v="79" actId="21"/>
          <ac:spMkLst>
            <pc:docMk/>
            <pc:sldMk cId="1595798333" sldId="311"/>
            <ac:spMk id="15" creationId="{278C1A63-C7C6-BAE2-4A1A-55C19F508B71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8.651" v="81" actId="21"/>
          <ac:spMkLst>
            <pc:docMk/>
            <pc:sldMk cId="1595798333" sldId="311"/>
            <ac:spMk id="16" creationId="{FB67F0A8-DD97-B47B-2449-1D568D55677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4.976" v="80" actId="21"/>
          <ac:spMkLst>
            <pc:docMk/>
            <pc:sldMk cId="1595798333" sldId="311"/>
            <ac:spMk id="17" creationId="{749C709F-FB83-8926-DA26-F9EE0C47535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8.724" v="78" actId="21"/>
          <ac:spMkLst>
            <pc:docMk/>
            <pc:sldMk cId="1595798333" sldId="311"/>
            <ac:spMk id="23" creationId="{4F78BC19-3ECF-E3B2-595A-7CCED4B83D52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5.591" v="76" actId="21"/>
          <ac:spMkLst>
            <pc:docMk/>
            <pc:sldMk cId="1595798333" sldId="311"/>
            <ac:spMk id="25" creationId="{94C35EE1-1583-7410-1350-23BD5F8392A4}"/>
          </ac:spMkLst>
        </pc:spChg>
        <pc:picChg chg="add mod">
          <ac:chgData name="Est. Elmer Ulices Chanchicocha Llumiguano" userId="3ed1dcbf-5dfb-47bc-88ad-06629b3a73a0" providerId="ADAL" clId="{C8CE04ED-9395-4E65-9119-899EEE50A551}" dt="2025-07-29T18:23:03.777" v="193" actId="1076"/>
          <ac:picMkLst>
            <pc:docMk/>
            <pc:sldMk cId="1595798333" sldId="311"/>
            <ac:picMk id="6" creationId="{397383D9-6DDE-0382-4198-3C4F4C6E7389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23:28.846" v="199" actId="478"/>
          <ac:picMkLst>
            <pc:docMk/>
            <pc:sldMk cId="1595798333" sldId="311"/>
            <ac:picMk id="8" creationId="{B4DC4ED0-73CF-8DA7-B17E-89572749BE11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8:11:54.464" v="72" actId="21"/>
          <ac:picMkLst>
            <pc:docMk/>
            <pc:sldMk cId="1595798333" sldId="311"/>
            <ac:picMk id="19" creationId="{46468817-F9D2-FF30-9360-8D86968C6725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1:57.559" v="73" actId="21"/>
          <ac:picMkLst>
            <pc:docMk/>
            <pc:sldMk cId="1595798333" sldId="311"/>
            <ac:picMk id="20" creationId="{835ADAEE-4FFF-F986-AA0E-EA571D63D650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2:06.817" v="77" actId="21"/>
          <ac:picMkLst>
            <pc:docMk/>
            <pc:sldMk cId="1595798333" sldId="311"/>
            <ac:picMk id="26" creationId="{0B6B0B6C-5007-C23E-98E0-67A16C81FA63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17:11.509" v="169" actId="478"/>
          <ac:picMkLst>
            <pc:docMk/>
            <pc:sldMk cId="1595798333" sldId="311"/>
            <ac:picMk id="2050" creationId="{6B57A5A8-3A30-6BF4-0E05-AAE92EE93876}"/>
          </ac:picMkLst>
        </pc:picChg>
      </pc:sldChg>
      <pc:sldChg chg="addSp delSp modSp add mod ord">
        <pc:chgData name="Est. Elmer Ulices Chanchicocha Llumiguano" userId="3ed1dcbf-5dfb-47bc-88ad-06629b3a73a0" providerId="ADAL" clId="{C8CE04ED-9395-4E65-9119-899EEE50A551}" dt="2025-07-29T19:28:18.242" v="389" actId="14100"/>
        <pc:sldMkLst>
          <pc:docMk/>
          <pc:sldMk cId="3766445884" sldId="312"/>
        </pc:sldMkLst>
        <pc:spChg chg="add mod">
          <ac:chgData name="Est. Elmer Ulices Chanchicocha Llumiguano" userId="3ed1dcbf-5dfb-47bc-88ad-06629b3a73a0" providerId="ADAL" clId="{C8CE04ED-9395-4E65-9119-899EEE50A551}" dt="2025-07-29T19:28:18.242" v="389" actId="14100"/>
          <ac:spMkLst>
            <pc:docMk/>
            <pc:sldMk cId="3766445884" sldId="312"/>
            <ac:spMk id="2" creationId="{0C02E773-CF49-0233-ABDA-A6EB24BFF1D8}"/>
          </ac:spMkLst>
        </pc:spChg>
        <pc:spChg chg="mod">
          <ac:chgData name="Est. Elmer Ulices Chanchicocha Llumiguano" userId="3ed1dcbf-5dfb-47bc-88ad-06629b3a73a0" providerId="ADAL" clId="{C8CE04ED-9395-4E65-9119-899EEE50A551}" dt="2025-07-29T19:09:35.519" v="240" actId="20577"/>
          <ac:spMkLst>
            <pc:docMk/>
            <pc:sldMk cId="3766445884" sldId="312"/>
            <ac:spMk id="5" creationId="{D699E988-F382-CF19-89B1-9C5AAC923DE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07.646" v="305"/>
          <ac:spMkLst>
            <pc:docMk/>
            <pc:sldMk cId="3766445884" sldId="312"/>
            <ac:spMk id="6" creationId="{B4C6E56F-705C-FB38-2BD2-89C8032EB697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13.637" v="306"/>
          <ac:spMkLst>
            <pc:docMk/>
            <pc:sldMk cId="3766445884" sldId="312"/>
            <ac:spMk id="8" creationId="{99402B10-417A-9861-3B38-9F9AA6C5729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20.428" v="308"/>
          <ac:spMkLst>
            <pc:docMk/>
            <pc:sldMk cId="3766445884" sldId="312"/>
            <ac:spMk id="10" creationId="{E95135EE-70EB-EBC3-6EF4-EAD534A2F329}"/>
          </ac:spMkLst>
        </pc:spChg>
        <pc:picChg chg="add mod modCrop">
          <ac:chgData name="Est. Elmer Ulices Chanchicocha Llumiguano" userId="3ed1dcbf-5dfb-47bc-88ad-06629b3a73a0" providerId="ADAL" clId="{C8CE04ED-9395-4E65-9119-899EEE50A551}" dt="2025-07-29T19:14:40.075" v="247" actId="732"/>
          <ac:picMkLst>
            <pc:docMk/>
            <pc:sldMk cId="3766445884" sldId="312"/>
            <ac:picMk id="4" creationId="{AD1E0248-67DE-89BC-1928-E3F32B91748F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9:09:03.136" v="219" actId="478"/>
          <ac:picMkLst>
            <pc:docMk/>
            <pc:sldMk cId="3766445884" sldId="312"/>
            <ac:picMk id="7" creationId="{AD0E2FC4-8EDB-D419-6815-FF6FD5A6EE12}"/>
          </ac:picMkLst>
        </pc:picChg>
        <pc:picChg chg="del">
          <ac:chgData name="Est. Elmer Ulices Chanchicocha Llumiguano" userId="3ed1dcbf-5dfb-47bc-88ad-06629b3a73a0" providerId="ADAL" clId="{C8CE04ED-9395-4E65-9119-899EEE50A551}" dt="2025-07-29T19:09:02.720" v="217" actId="478"/>
          <ac:picMkLst>
            <pc:docMk/>
            <pc:sldMk cId="3766445884" sldId="312"/>
            <ac:picMk id="2050" creationId="{0E18D965-0FE2-45BA-7072-196D11D51403}"/>
          </ac:picMkLst>
        </pc:picChg>
      </pc:sldChg>
      <pc:sldChg chg="new del">
        <pc:chgData name="Est. Elmer Ulices Chanchicocha Llumiguano" userId="3ed1dcbf-5dfb-47bc-88ad-06629b3a73a0" providerId="ADAL" clId="{C8CE04ED-9395-4E65-9119-899EEE50A551}" dt="2025-07-29T20:12:56.320" v="629" actId="2696"/>
        <pc:sldMkLst>
          <pc:docMk/>
          <pc:sldMk cId="116044861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7173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0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44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0949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83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8100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4530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016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7954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1143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2327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6218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5503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217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332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149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7937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4982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8013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5233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1384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739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CA54E397-8920-EE2A-F2E3-D8C1D6F591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4435" y="1242339"/>
            <a:ext cx="3569565" cy="2810324"/>
          </a:xfrm>
          <a:prstGeom prst="rect">
            <a:avLst/>
          </a:prstGeom>
        </p:spPr>
      </p:pic>
      <p:sp>
        <p:nvSpPr>
          <p:cNvPr id="10" name="Google Shape;10;p2"/>
          <p:cNvSpPr/>
          <p:nvPr/>
        </p:nvSpPr>
        <p:spPr>
          <a:xfrm>
            <a:off x="7544483" y="657775"/>
            <a:ext cx="913716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2"/>
            <a:ext cx="8458199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3" name="Picture 37" descr="Logo&#10;&#10;Description automatically generated">
            <a:extLst>
              <a:ext uri="{FF2B5EF4-FFF2-40B4-BE49-F238E27FC236}">
                <a16:creationId xmlns:a16="http://schemas.microsoft.com/office/drawing/2014/main" xmlns="" id="{DB904A28-A61E-583A-17EA-308C074569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25" y="256742"/>
            <a:ext cx="1238403" cy="62336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xmlns="" id="{096CB6C2-A83D-9195-5C24-420F1906C5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52" y="215319"/>
            <a:ext cx="2250223" cy="541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Google Shape;62;p5">
            <a:extLst>
              <a:ext uri="{FF2B5EF4-FFF2-40B4-BE49-F238E27FC236}">
                <a16:creationId xmlns:a16="http://schemas.microsoft.com/office/drawing/2014/main" xmlns="" id="{A91014DA-6D9D-D72A-01AC-B0F1D39AF296}"/>
              </a:ext>
            </a:extLst>
          </p:cNvPr>
          <p:cNvGrpSpPr/>
          <p:nvPr userDrawn="1"/>
        </p:nvGrpSpPr>
        <p:grpSpPr>
          <a:xfrm>
            <a:off x="-5" y="41"/>
            <a:ext cx="8187563" cy="670610"/>
            <a:chOff x="-4" y="40"/>
            <a:chExt cx="7072430" cy="1327315"/>
          </a:xfrm>
        </p:grpSpPr>
        <p:sp>
          <p:nvSpPr>
            <p:cNvPr id="3" name="Google Shape;63;p5">
              <a:extLst>
                <a:ext uri="{FF2B5EF4-FFF2-40B4-BE49-F238E27FC236}">
                  <a16:creationId xmlns:a16="http://schemas.microsoft.com/office/drawing/2014/main" xmlns="" id="{169CC16A-04D9-28B6-C92C-644D4993355C}"/>
                </a:ext>
              </a:extLst>
            </p:cNvPr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" name="Google Shape;64;p5">
              <a:extLst>
                <a:ext uri="{FF2B5EF4-FFF2-40B4-BE49-F238E27FC236}">
                  <a16:creationId xmlns:a16="http://schemas.microsoft.com/office/drawing/2014/main" xmlns="" id="{8FE7819D-ABFC-495F-3F25-428A1BE480C2}"/>
                </a:ext>
              </a:extLst>
            </p:cNvPr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" name="Google Shape;65;p5">
                <a:extLst>
                  <a:ext uri="{FF2B5EF4-FFF2-40B4-BE49-F238E27FC236}">
                    <a16:creationId xmlns:a16="http://schemas.microsoft.com/office/drawing/2014/main" xmlns="" id="{6FBBB43F-2FAF-C914-446A-9DF0F093ED49}"/>
                  </a:ext>
                </a:extLst>
              </p:cNvPr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" name="Google Shape;66;p5">
                <a:extLst>
                  <a:ext uri="{FF2B5EF4-FFF2-40B4-BE49-F238E27FC236}">
                    <a16:creationId xmlns:a16="http://schemas.microsoft.com/office/drawing/2014/main" xmlns="" id="{343ACBB8-6D27-E688-B94A-5DB70FACF9DD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" name="Google Shape;67;p5">
              <a:extLst>
                <a:ext uri="{FF2B5EF4-FFF2-40B4-BE49-F238E27FC236}">
                  <a16:creationId xmlns:a16="http://schemas.microsoft.com/office/drawing/2014/main" xmlns="" id="{AFD774D6-F029-EF63-079D-B1F415144F70}"/>
                </a:ext>
              </a:extLst>
            </p:cNvPr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" name="Google Shape;68;p5">
                <a:extLst>
                  <a:ext uri="{FF2B5EF4-FFF2-40B4-BE49-F238E27FC236}">
                    <a16:creationId xmlns:a16="http://schemas.microsoft.com/office/drawing/2014/main" xmlns="" id="{47D3A97C-CBDB-566E-A3BB-792EB2327B76}"/>
                  </a:ext>
                </a:extLst>
              </p:cNvPr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" name="Google Shape;69;p5">
                <a:extLst>
                  <a:ext uri="{FF2B5EF4-FFF2-40B4-BE49-F238E27FC236}">
                    <a16:creationId xmlns:a16="http://schemas.microsoft.com/office/drawing/2014/main" xmlns="" id="{C31C4EEE-CD9A-D3FD-1AB2-2C6466D93576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0" name="Google Shape;70;p5">
            <a:extLst>
              <a:ext uri="{FF2B5EF4-FFF2-40B4-BE49-F238E27FC236}">
                <a16:creationId xmlns:a16="http://schemas.microsoft.com/office/drawing/2014/main" xmlns="" id="{8DF88688-9C48-BDFF-7D7C-3EDFB06A010E}"/>
              </a:ext>
            </a:extLst>
          </p:cNvPr>
          <p:cNvGrpSpPr/>
          <p:nvPr userDrawn="1"/>
        </p:nvGrpSpPr>
        <p:grpSpPr>
          <a:xfrm>
            <a:off x="7115002" y="4724717"/>
            <a:ext cx="2028992" cy="418801"/>
            <a:chOff x="5575242" y="4472723"/>
            <a:chExt cx="2202830" cy="670795"/>
          </a:xfrm>
        </p:grpSpPr>
        <p:sp>
          <p:nvSpPr>
            <p:cNvPr id="11" name="Google Shape;71;p5">
              <a:extLst>
                <a:ext uri="{FF2B5EF4-FFF2-40B4-BE49-F238E27FC236}">
                  <a16:creationId xmlns:a16="http://schemas.microsoft.com/office/drawing/2014/main" xmlns="" id="{7B67959F-F70A-CD39-B150-BD9149C59E7C}"/>
                </a:ext>
              </a:extLst>
            </p:cNvPr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72;p5">
              <a:extLst>
                <a:ext uri="{FF2B5EF4-FFF2-40B4-BE49-F238E27FC236}">
                  <a16:creationId xmlns:a16="http://schemas.microsoft.com/office/drawing/2014/main" xmlns="" id="{A871FEE4-A1F1-7232-6D74-40481C6D3F38}"/>
                </a:ext>
              </a:extLst>
            </p:cNvPr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Google Shape;73;p5">
                <a:extLst>
                  <a:ext uri="{FF2B5EF4-FFF2-40B4-BE49-F238E27FC236}">
                    <a16:creationId xmlns:a16="http://schemas.microsoft.com/office/drawing/2014/main" xmlns="" id="{6B589CDF-4054-EDC6-8EB3-CC683E8F2248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4;p5">
                <a:extLst>
                  <a:ext uri="{FF2B5EF4-FFF2-40B4-BE49-F238E27FC236}">
                    <a16:creationId xmlns:a16="http://schemas.microsoft.com/office/drawing/2014/main" xmlns="" id="{08DE03BD-968D-389B-9325-C95B35130E79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75;p5">
              <a:extLst>
                <a:ext uri="{FF2B5EF4-FFF2-40B4-BE49-F238E27FC236}">
                  <a16:creationId xmlns:a16="http://schemas.microsoft.com/office/drawing/2014/main" xmlns="" id="{7EA7C1E0-7512-8971-CA96-D45EE03E77C7}"/>
                </a:ext>
              </a:extLst>
            </p:cNvPr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Google Shape;76;p5">
                <a:extLst>
                  <a:ext uri="{FF2B5EF4-FFF2-40B4-BE49-F238E27FC236}">
                    <a16:creationId xmlns:a16="http://schemas.microsoft.com/office/drawing/2014/main" xmlns="" id="{A4891FD1-AC79-79C4-973D-F225FA22715D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7;p5">
                <a:extLst>
                  <a:ext uri="{FF2B5EF4-FFF2-40B4-BE49-F238E27FC236}">
                    <a16:creationId xmlns:a16="http://schemas.microsoft.com/office/drawing/2014/main" xmlns="" id="{5FD2CBBB-E2B7-B673-1093-2C16C9803024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80;p5">
            <a:extLst>
              <a:ext uri="{FF2B5EF4-FFF2-40B4-BE49-F238E27FC236}">
                <a16:creationId xmlns:a16="http://schemas.microsoft.com/office/drawing/2014/main" xmlns="" id="{3CA409DE-B394-AF76-422A-D651F6528F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349894" y="480166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C5E485FE-D663-7015-E8EA-51E7B1554F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3690" y="129527"/>
            <a:ext cx="573498" cy="541124"/>
          </a:xfrm>
          <a:prstGeom prst="rect">
            <a:avLst/>
          </a:prstGeom>
        </p:spPr>
      </p:pic>
      <p:pic>
        <p:nvPicPr>
          <p:cNvPr id="20" name="Picture 37" descr="Logo&#10;&#10;Description automatically generated">
            <a:extLst>
              <a:ext uri="{FF2B5EF4-FFF2-40B4-BE49-F238E27FC236}">
                <a16:creationId xmlns:a16="http://schemas.microsoft.com/office/drawing/2014/main" xmlns="" id="{5DF3A348-2F97-69A4-3FF9-46E6693C5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66" y="4574305"/>
            <a:ext cx="914400" cy="460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5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10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jpeg"/><Relationship Id="rId10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jpeg"/><Relationship Id="rId10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.jpeg"/><Relationship Id="rId10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.jpeg"/><Relationship Id="rId10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jpeg"/><Relationship Id="rId10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.jpeg"/><Relationship Id="rId10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jpeg"/><Relationship Id="rId10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.jpeg"/><Relationship Id="rId10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.jpeg"/><Relationship Id="rId10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.jpeg"/><Relationship Id="rId10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jpeg"/><Relationship Id="rId3" Type="http://schemas.openxmlformats.org/officeDocument/2006/relationships/image" Target="../media/image7.png"/><Relationship Id="rId12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.jpeg"/><Relationship Id="rId10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jpeg"/><Relationship Id="rId10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.jpeg"/><Relationship Id="rId10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4.jpeg"/><Relationship Id="rId10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58821" y="2452380"/>
            <a:ext cx="7208253" cy="553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/>
            </a:pPr>
            <a:r>
              <a:rPr lang="es-MX" sz="2400" dirty="0" smtClean="0">
                <a:ln w="0"/>
                <a:solidFill>
                  <a:srgbClr val="FFC00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Análisis de funcionamiento del Chevrolet Captiva EV</a:t>
            </a:r>
            <a:endParaRPr lang="en-US" sz="1600" dirty="0">
              <a:ln w="0"/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Marcador de contenido 19">
            <a:extLst>
              <a:ext uri="{FF2B5EF4-FFF2-40B4-BE49-F238E27FC236}">
                <a16:creationId xmlns:a16="http://schemas.microsoft.com/office/drawing/2014/main" xmlns="" id="{C5230DA0-FA63-9DED-3A31-CA7BA2A737E1}"/>
              </a:ext>
            </a:extLst>
          </p:cNvPr>
          <p:cNvSpPr txBox="1">
            <a:spLocks/>
          </p:cNvSpPr>
          <p:nvPr/>
        </p:nvSpPr>
        <p:spPr>
          <a:xfrm>
            <a:off x="646362" y="4423143"/>
            <a:ext cx="3219786" cy="63402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smtClean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Arevalo Niurka </a:t>
            </a:r>
          </a:p>
          <a:p>
            <a:pPr algn="l"/>
            <a:r>
              <a:rPr lang="en-US" dirty="0" smtClean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Taco Xavier</a:t>
            </a:r>
            <a:endParaRPr lang="en-US" dirty="0">
              <a:ln w="0">
                <a:solidFill>
                  <a:schemeClr val="bg1">
                    <a:lumMod val="6500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6" name="Marcador de contenido 19">
            <a:extLst>
              <a:ext uri="{FF2B5EF4-FFF2-40B4-BE49-F238E27FC236}">
                <a16:creationId xmlns:a16="http://schemas.microsoft.com/office/drawing/2014/main" xmlns="" id="{EB31D9FD-F9DF-6635-8DA4-172CB6709CC1}"/>
              </a:ext>
            </a:extLst>
          </p:cNvPr>
          <p:cNvSpPr txBox="1">
            <a:spLocks/>
          </p:cNvSpPr>
          <p:nvPr/>
        </p:nvSpPr>
        <p:spPr>
          <a:xfrm>
            <a:off x="259530" y="1258460"/>
            <a:ext cx="1553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TEMA:</a:t>
            </a:r>
          </a:p>
        </p:txBody>
      </p:sp>
      <p:sp>
        <p:nvSpPr>
          <p:cNvPr id="7" name="Marcador de contenido 16">
            <a:extLst>
              <a:ext uri="{FF2B5EF4-FFF2-40B4-BE49-F238E27FC236}">
                <a16:creationId xmlns:a16="http://schemas.microsoft.com/office/drawing/2014/main" xmlns="" id="{307153F7-55AA-A4E5-270D-479CEFB2C4DA}"/>
              </a:ext>
            </a:extLst>
          </p:cNvPr>
          <p:cNvSpPr txBox="1">
            <a:spLocks/>
          </p:cNvSpPr>
          <p:nvPr/>
        </p:nvSpPr>
        <p:spPr>
          <a:xfrm>
            <a:off x="5797973" y="4661934"/>
            <a:ext cx="2877397" cy="30519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D.M. Quito, </a:t>
            </a:r>
            <a:r>
              <a:rPr lang="en-US" dirty="0" smtClean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de </a:t>
            </a:r>
            <a:r>
              <a:rPr lang="en-US" dirty="0" err="1" smtClean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Febreero</a:t>
            </a:r>
            <a:r>
              <a:rPr lang="en-US" dirty="0" smtClean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  <p:sp>
        <p:nvSpPr>
          <p:cNvPr id="12" name="Marcador de contenido 19">
            <a:extLst>
              <a:ext uri="{FF2B5EF4-FFF2-40B4-BE49-F238E27FC236}">
                <a16:creationId xmlns:a16="http://schemas.microsoft.com/office/drawing/2014/main" xmlns="" id="{765A077D-FB62-1032-3041-2C5A9578FC45}"/>
              </a:ext>
            </a:extLst>
          </p:cNvPr>
          <p:cNvSpPr txBox="1">
            <a:spLocks/>
          </p:cNvSpPr>
          <p:nvPr/>
        </p:nvSpPr>
        <p:spPr>
          <a:xfrm>
            <a:off x="3508917" y="4253866"/>
            <a:ext cx="5635083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TUTOR:   Ing. </a:t>
            </a:r>
            <a:r>
              <a:rPr lang="en-US" sz="1600" dirty="0" smtClean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Carlos </a:t>
            </a:r>
            <a:r>
              <a:rPr lang="en-US" sz="1600" dirty="0" err="1" smtClean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Carrranco</a:t>
            </a:r>
            <a:endParaRPr lang="en-US" sz="1600" dirty="0">
              <a:ln w="0">
                <a:solidFill>
                  <a:schemeClr val="bg1">
                    <a:lumMod val="6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6110BC70-9AEE-58BA-2B79-4DF0A17AFE96}"/>
              </a:ext>
            </a:extLst>
          </p:cNvPr>
          <p:cNvSpPr txBox="1"/>
          <p:nvPr/>
        </p:nvSpPr>
        <p:spPr>
          <a:xfrm>
            <a:off x="390496" y="4015603"/>
            <a:ext cx="1288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AUTORES: 	</a:t>
            </a:r>
            <a:endParaRPr lang="es-EC" sz="1800" b="1" dirty="0">
              <a:ln w="0">
                <a:solidFill>
                  <a:schemeClr val="accent1">
                    <a:lumMod val="75000"/>
                  </a:schemeClr>
                </a:solidFill>
              </a:ln>
              <a:solidFill>
                <a:srgbClr val="00B0F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E1A37A5-ABF9-DB10-8132-EA8B31F5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038" y="176368"/>
            <a:ext cx="1458022" cy="65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30E8CCE4-9DF8-B88D-76E9-0C6C83C7DB4F}"/>
              </a:ext>
            </a:extLst>
          </p:cNvPr>
          <p:cNvSpPr/>
          <p:nvPr/>
        </p:nvSpPr>
        <p:spPr>
          <a:xfrm>
            <a:off x="953020" y="2113956"/>
            <a:ext cx="723971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Diseñar una batería de alta tensión de 60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kWh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400 V y 900 A en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Builder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Modelar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motor eléctrico trifásico en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Simulink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analizar sus señales eléctricas y torque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comportamiento del vehículo bajo los ciclos HWFET, UDDS y FTP-75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consumo energético, variación del SOC y desempeño del sistema en diferentes condiciones de conducción.</a:t>
            </a:r>
            <a:r>
              <a:rPr lang="es-ES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18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918362" y="836683"/>
            <a:ext cx="730902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1800" dirty="0" smtClean="0">
                <a:solidFill>
                  <a:schemeClr val="accent1">
                    <a:lumMod val="50000"/>
                  </a:schemeClr>
                </a:solidFill>
              </a:rPr>
              <a:t>GENERAL: </a:t>
            </a:r>
          </a:p>
          <a:p>
            <a:pPr algn="just">
              <a:spcAft>
                <a:spcPts val="600"/>
              </a:spcAft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Crear y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analizar un modelo de simulación del vehículo eléctrico Chevrolet Captiva 2026 en MATLAB/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</a:rPr>
              <a:t>Simulink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 para evaluar su desempeño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en distintos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ciclos de conducción estandarizados.</a:t>
            </a:r>
            <a:r>
              <a:rPr lang="es-ES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xmlns="" id="{B2EAC16F-A8BA-D818-0501-A4B23A49763C}"/>
              </a:ext>
            </a:extLst>
          </p:cNvPr>
          <p:cNvSpPr>
            <a:spLocks noEditPoints="1"/>
          </p:cNvSpPr>
          <p:nvPr/>
        </p:nvSpPr>
        <p:spPr bwMode="auto">
          <a:xfrm>
            <a:off x="307975" y="1098091"/>
            <a:ext cx="395616" cy="362806"/>
          </a:xfrm>
          <a:custGeom>
            <a:avLst/>
            <a:gdLst>
              <a:gd name="T0" fmla="*/ 207963 w 256"/>
              <a:gd name="T1" fmla="*/ 415925 h 256"/>
              <a:gd name="T2" fmla="*/ 0 w 256"/>
              <a:gd name="T3" fmla="*/ 207963 h 256"/>
              <a:gd name="T4" fmla="*/ 207963 w 256"/>
              <a:gd name="T5" fmla="*/ 0 h 256"/>
              <a:gd name="T6" fmla="*/ 415925 w 256"/>
              <a:gd name="T7" fmla="*/ 207963 h 256"/>
              <a:gd name="T8" fmla="*/ 207963 w 256"/>
              <a:gd name="T9" fmla="*/ 415925 h 256"/>
              <a:gd name="T10" fmla="*/ 207963 w 256"/>
              <a:gd name="T11" fmla="*/ 38993 h 256"/>
              <a:gd name="T12" fmla="*/ 38993 w 256"/>
              <a:gd name="T13" fmla="*/ 207963 h 256"/>
              <a:gd name="T14" fmla="*/ 207963 w 256"/>
              <a:gd name="T15" fmla="*/ 376932 h 256"/>
              <a:gd name="T16" fmla="*/ 376932 w 256"/>
              <a:gd name="T17" fmla="*/ 207963 h 256"/>
              <a:gd name="T18" fmla="*/ 207963 w 256"/>
              <a:gd name="T19" fmla="*/ 38993 h 256"/>
              <a:gd name="T20" fmla="*/ 207963 w 256"/>
              <a:gd name="T21" fmla="*/ 331440 h 256"/>
              <a:gd name="T22" fmla="*/ 84485 w 256"/>
              <a:gd name="T23" fmla="*/ 207963 h 256"/>
              <a:gd name="T24" fmla="*/ 207963 w 256"/>
              <a:gd name="T25" fmla="*/ 84485 h 256"/>
              <a:gd name="T26" fmla="*/ 331440 w 256"/>
              <a:gd name="T27" fmla="*/ 207963 h 256"/>
              <a:gd name="T28" fmla="*/ 207963 w 256"/>
              <a:gd name="T29" fmla="*/ 331440 h 256"/>
              <a:gd name="T30" fmla="*/ 207963 w 256"/>
              <a:gd name="T31" fmla="*/ 123478 h 256"/>
              <a:gd name="T32" fmla="*/ 123478 w 256"/>
              <a:gd name="T33" fmla="*/ 207963 h 256"/>
              <a:gd name="T34" fmla="*/ 207963 w 256"/>
              <a:gd name="T35" fmla="*/ 292447 h 256"/>
              <a:gd name="T36" fmla="*/ 292447 w 256"/>
              <a:gd name="T37" fmla="*/ 207963 h 256"/>
              <a:gd name="T38" fmla="*/ 207963 w 256"/>
              <a:gd name="T39" fmla="*/ 123478 h 256"/>
              <a:gd name="T40" fmla="*/ 207963 w 256"/>
              <a:gd name="T41" fmla="*/ 246955 h 256"/>
              <a:gd name="T42" fmla="*/ 168970 w 256"/>
              <a:gd name="T43" fmla="*/ 207963 h 256"/>
              <a:gd name="T44" fmla="*/ 207963 w 256"/>
              <a:gd name="T45" fmla="*/ 168970 h 256"/>
              <a:gd name="T46" fmla="*/ 246955 w 256"/>
              <a:gd name="T47" fmla="*/ 207963 h 256"/>
              <a:gd name="T48" fmla="*/ 207963 w 256"/>
              <a:gd name="T49" fmla="*/ 246955 h 25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204"/>
                </a:moveTo>
                <a:cubicBezTo>
                  <a:pt x="86" y="204"/>
                  <a:pt x="52" y="170"/>
                  <a:pt x="52" y="128"/>
                </a:cubicBezTo>
                <a:cubicBezTo>
                  <a:pt x="52" y="86"/>
                  <a:pt x="86" y="52"/>
                  <a:pt x="128" y="52"/>
                </a:cubicBezTo>
                <a:cubicBezTo>
                  <a:pt x="170" y="52"/>
                  <a:pt x="204" y="86"/>
                  <a:pt x="204" y="128"/>
                </a:cubicBezTo>
                <a:cubicBezTo>
                  <a:pt x="204" y="170"/>
                  <a:pt x="170" y="204"/>
                  <a:pt x="128" y="204"/>
                </a:cubicBezTo>
                <a:moveTo>
                  <a:pt x="128" y="76"/>
                </a:moveTo>
                <a:cubicBezTo>
                  <a:pt x="99" y="76"/>
                  <a:pt x="76" y="99"/>
                  <a:pt x="76" y="128"/>
                </a:cubicBezTo>
                <a:cubicBezTo>
                  <a:pt x="76" y="157"/>
                  <a:pt x="99" y="180"/>
                  <a:pt x="128" y="180"/>
                </a:cubicBezTo>
                <a:cubicBezTo>
                  <a:pt x="157" y="180"/>
                  <a:pt x="180" y="157"/>
                  <a:pt x="180" y="128"/>
                </a:cubicBezTo>
                <a:cubicBezTo>
                  <a:pt x="180" y="99"/>
                  <a:pt x="157" y="76"/>
                  <a:pt x="128" y="76"/>
                </a:cubicBezTo>
                <a:moveTo>
                  <a:pt x="128" y="152"/>
                </a:moveTo>
                <a:cubicBezTo>
                  <a:pt x="115" y="152"/>
                  <a:pt x="104" y="141"/>
                  <a:pt x="104" y="128"/>
                </a:cubicBezTo>
                <a:cubicBezTo>
                  <a:pt x="104" y="115"/>
                  <a:pt x="115" y="104"/>
                  <a:pt x="128" y="104"/>
                </a:cubicBezTo>
                <a:cubicBezTo>
                  <a:pt x="141" y="104"/>
                  <a:pt x="152" y="115"/>
                  <a:pt x="152" y="128"/>
                </a:cubicBezTo>
                <a:cubicBezTo>
                  <a:pt x="152" y="141"/>
                  <a:pt x="141" y="152"/>
                  <a:pt x="128" y="152"/>
                </a:cubicBezTo>
              </a:path>
            </a:pathLst>
          </a:cu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  <p:pic>
        <p:nvPicPr>
          <p:cNvPr id="26" name="Gráfico 25" descr="Lista de comprobación">
            <a:extLst>
              <a:ext uri="{FF2B5EF4-FFF2-40B4-BE49-F238E27FC236}">
                <a16:creationId xmlns:a16="http://schemas.microsoft.com/office/drawing/2014/main" xmlns="" id="{3F04D014-C0D1-76BD-1FC8-3BF0EFAAF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31059" y="2113956"/>
            <a:ext cx="354164" cy="354164"/>
          </a:xfrm>
          <a:prstGeom prst="rect">
            <a:avLst/>
          </a:prstGeom>
        </p:spPr>
      </p:pic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2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51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INTRODUCCION</a:t>
            </a:r>
            <a:endParaRPr lang="es-EC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460375" y="1512730"/>
            <a:ext cx="75078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La transición hacia la movilidad eléctrica requiere herramientas de simulación que permitan analizar el comportamiento energético y dinámico de los vehículos antes de su implementación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real. En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este proyecto se desarrolló un modelo del Chevrolet Captiva Eléctrica 2026 en MATLAB/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</a:rPr>
              <a:t>Simulink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, evaluando su desempeño bajo diferentes ciclos de conducción estandarizados (HWFET, UDDS y FTP-75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).</a:t>
            </a:r>
            <a:r>
              <a:rPr lang="es-ES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3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445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MODELO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4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5218" y="1656828"/>
            <a:ext cx="5404021" cy="2824036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609161" y="937377"/>
            <a:ext cx="750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Chevrolet Captiva EV 2016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2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Batería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5</a:t>
            </a:fld>
            <a:endParaRPr lang="es-EC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581254" y="982302"/>
            <a:ext cx="75078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La Chevrolet Captiva EV está equipada con una batería de alto voltaje con una capacidad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de 60 </a:t>
            </a:r>
            <a:r>
              <a:rPr lang="es-MX" sz="1800" dirty="0" err="1" smtClean="0">
                <a:solidFill>
                  <a:schemeClr val="accent1">
                    <a:lumMod val="50000"/>
                  </a:schemeClr>
                </a:solidFill>
              </a:rPr>
              <a:t>Kw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/h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, la cual ofrece una autonomía estimada de hasta  bajo el ciclo NEDC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"/>
          <a:stretch/>
        </p:blipFill>
        <p:spPr>
          <a:xfrm>
            <a:off x="2061882" y="2006155"/>
            <a:ext cx="4629080" cy="279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2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de batería (Celda)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6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44" y="878540"/>
            <a:ext cx="7245755" cy="36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3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de batería (Celdas paralelas)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7</a:t>
            </a:fld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59" y="878541"/>
            <a:ext cx="6640140" cy="359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de batería (Modulo)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8</a:t>
            </a:fld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10" y="878540"/>
            <a:ext cx="6973020" cy="361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802955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de batería (Conjunto de módulos)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9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80" y="1024955"/>
            <a:ext cx="7254207" cy="35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3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de batería (Paquete)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10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70" y="873834"/>
            <a:ext cx="6956612" cy="338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3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Resultados de </a:t>
            </a:r>
            <a:r>
              <a:rPr lang="es-MX" dirty="0" err="1" smtClean="0"/>
              <a:t>bateria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11</a:t>
            </a:fld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683" y="1088371"/>
            <a:ext cx="5441416" cy="313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9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motor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12</a:t>
            </a:fld>
            <a:endParaRPr lang="es-EC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408554" y="1287101"/>
            <a:ext cx="728975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Potencia Máxima: Entrega 150 kW, lo que equivale a 201 HP (caballos de fuerza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Torque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Máximo: Genera 310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</a:rPr>
              <a:t>Nm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 de par motor de forma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inmediata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Tracción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: Delantera (FWD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Transmisión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: Automática de una sola </a:t>
            </a:r>
            <a:r>
              <a:rPr lang="es-MX" sz="1800" dirty="0" err="1" smtClean="0">
                <a:solidFill>
                  <a:schemeClr val="accent1">
                    <a:lumMod val="50000"/>
                  </a:schemeClr>
                </a:solidFill>
              </a:rPr>
              <a:t>velocidad.Aceleración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(0-100 km/h): Logra el sprint en aproximadamente 8.9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segundos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Velocidad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</a:rPr>
              <a:t>Máxima: Está limitada electrónicamente a 170 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</a:rPr>
              <a:t>km/h.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9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Diseño motor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13</a:t>
            </a:fld>
            <a:endParaRPr lang="es-EC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8" r="1243" b="15179"/>
          <a:stretch/>
        </p:blipFill>
        <p:spPr>
          <a:xfrm>
            <a:off x="1064010" y="1004046"/>
            <a:ext cx="6865878" cy="34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2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smtClean="0"/>
              <a:t>Oscilograma del motor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14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409" y="831196"/>
            <a:ext cx="5149734" cy="34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3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 smtClean="0"/>
              <a:t>Simulación </a:t>
            </a:r>
            <a:r>
              <a:rPr lang="es-MX" dirty="0"/>
              <a:t>Virtual </a:t>
            </a:r>
            <a:r>
              <a:rPr lang="es-MX" dirty="0" err="1"/>
              <a:t>Vehicle</a:t>
            </a:r>
            <a:r>
              <a:rPr lang="es-MX" dirty="0"/>
              <a:t> </a:t>
            </a:r>
            <a:r>
              <a:rPr lang="es-MX" dirty="0" err="1"/>
              <a:t>Composter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15</a:t>
            </a:fld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8" y="651773"/>
            <a:ext cx="6696220" cy="388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8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 smtClean="0"/>
              <a:t>Simulación </a:t>
            </a:r>
            <a:r>
              <a:rPr lang="es-MX" dirty="0"/>
              <a:t>Virtual </a:t>
            </a:r>
            <a:r>
              <a:rPr lang="es-MX" dirty="0" err="1"/>
              <a:t>Vehicle</a:t>
            </a:r>
            <a:r>
              <a:rPr lang="es-MX" dirty="0"/>
              <a:t> </a:t>
            </a:r>
            <a:r>
              <a:rPr lang="es-MX" dirty="0" err="1"/>
              <a:t>Composter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16</a:t>
            </a:fld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10" y="875720"/>
            <a:ext cx="3286721" cy="202938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900620"/>
            <a:ext cx="4124606" cy="197958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02" y="3296351"/>
            <a:ext cx="42100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2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 smtClean="0"/>
              <a:t>Simulación Ciclos de conducción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17</a:t>
            </a:fld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408554" y="731566"/>
            <a:ext cx="728975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FTP-75 </a:t>
            </a:r>
          </a:p>
          <a:p>
            <a:pPr algn="just">
              <a:spcAft>
                <a:spcPts val="600"/>
              </a:spcAft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Simulación 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urbana más </a:t>
            </a: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completa </a:t>
            </a:r>
          </a:p>
          <a:p>
            <a:pPr algn="just">
              <a:spcAft>
                <a:spcPts val="600"/>
              </a:spcAft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Comportamiento 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dinámico intermedio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59" b="32723"/>
          <a:stretch/>
        </p:blipFill>
        <p:spPr>
          <a:xfrm>
            <a:off x="207948" y="1953092"/>
            <a:ext cx="7922595" cy="251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 smtClean="0"/>
              <a:t>Simulación Ciclos de conducción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18</a:t>
            </a:fld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408554" y="731566"/>
            <a:ext cx="72897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UDDS Mayor variación de torque Mayor activación del freno regenerativo Mayor fluctuación del SOC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152" y="1376871"/>
            <a:ext cx="5181134" cy="34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/>
              <a:t>Simulación Ciclos de conducción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19</a:t>
            </a:fld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321278" y="769267"/>
            <a:ext cx="72897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HWFET : </a:t>
            </a:r>
            <a:r>
              <a:rPr lang="es-MX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 un ciclo de conducción que simula manejo en carretera (velocidad vs. tiempo) y se usa para calcular consumo de combustible o analizar el desempeño de vehículos en simulaciones, especialmente en </a:t>
            </a:r>
            <a:r>
              <a:rPr lang="es-MX" sz="1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Simulink</a:t>
            </a:r>
            <a:r>
              <a:rPr lang="es-MX" sz="18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MX" sz="1800" dirty="0" smtClean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45" y="1969596"/>
            <a:ext cx="5033248" cy="29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4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xmlns="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dirty="0" smtClean="0"/>
              <a:t>Conclusiones</a:t>
            </a:r>
            <a:endParaRPr lang="es-EC" dirty="0"/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xmlns="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xmlns="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xmlns="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20</a:t>
            </a:fld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3AF0D197-498C-541C-425B-FEFA446A7E12}"/>
              </a:ext>
            </a:extLst>
          </p:cNvPr>
          <p:cNvSpPr/>
          <p:nvPr/>
        </p:nvSpPr>
        <p:spPr>
          <a:xfrm>
            <a:off x="741280" y="984419"/>
            <a:ext cx="728975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simulación en MATLAB/</a:t>
            </a:r>
            <a:r>
              <a:rPr lang="es-MX" sz="1800" dirty="0" err="1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Simulink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permitió analizar el comportamiento energético y dinámico del vehículo bajo diferentes ciclos de conducción</a:t>
            </a: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ciclos urbanos (UDDS y FTP-75) generan mayores variaciones de torque, corriente y fluctuaciones del SOC debido a aceleraciones y frenadas frecuentes</a:t>
            </a: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 HWFET permitió evaluar el desempeño en régimen casi estacionario y el consumo energético en condiciones de autopista</a:t>
            </a: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batería diseñada (60 </a:t>
            </a:r>
            <a:r>
              <a:rPr lang="es-MX" sz="1800" dirty="0" err="1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kWh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400 V, 900 A) respondió adecuadamente a las demandas de potencia del sistema</a:t>
            </a: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800" dirty="0" smtClean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MX" sz="1800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trifásico del motor confirmó la correcta conversión de potencia eléctrica a mecánica y la coherencia del modelo electromagnético.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7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32E94034-1B3B-4DBA-28E1-744066BC49B0}"/>
              </a:ext>
            </a:extLst>
          </p:cNvPr>
          <p:cNvSpPr/>
          <p:nvPr/>
        </p:nvSpPr>
        <p:spPr>
          <a:xfrm>
            <a:off x="207948" y="2048529"/>
            <a:ext cx="86907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8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GRACIAS POR SU ATENCIÓN</a:t>
            </a:r>
            <a:endParaRPr lang="en-US" sz="48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xmlns="" id="{C41BD175-225E-C36E-650C-3800BD97EC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5660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21</a:t>
            </a:fld>
            <a:endParaRPr lang="es-EC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E1170352-C02A-D239-6729-0D13A6B23D37}"/>
              </a:ext>
            </a:extLst>
          </p:cNvPr>
          <p:cNvSpPr/>
          <p:nvPr/>
        </p:nvSpPr>
        <p:spPr>
          <a:xfrm>
            <a:off x="1775398" y="3908262"/>
            <a:ext cx="55931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altLang="ja-JP" sz="20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Ingeniero por esencia, Automotriz por excelencia…</a:t>
            </a:r>
            <a:endParaRPr lang="es-EC" sz="20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5" name="Google Shape;236;p16">
            <a:extLst>
              <a:ext uri="{FF2B5EF4-FFF2-40B4-BE49-F238E27FC236}">
                <a16:creationId xmlns:a16="http://schemas.microsoft.com/office/drawing/2014/main" xmlns="" id="{0CF50537-06AF-F5FB-923D-2B530C503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980" y="141751"/>
            <a:ext cx="6128469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CARRERA DE INGENIERÍA AUTOMOTRIZ – SEDE QUITO</a:t>
            </a:r>
          </a:p>
        </p:txBody>
      </p:sp>
      <p:pic>
        <p:nvPicPr>
          <p:cNvPr id="17" name="Gráfico 16" descr="Engranajes">
            <a:extLst>
              <a:ext uri="{FF2B5EF4-FFF2-40B4-BE49-F238E27FC236}">
                <a16:creationId xmlns:a16="http://schemas.microsoft.com/office/drawing/2014/main" xmlns="" id="{9FCD6C07-57CA-C606-4585-12AAEA167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1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6438082-eb98-4c3f-8397-5dbdfe4036fd}" enabled="0" method="" siteId="{d6438082-eb98-4c3f-8397-5dbdfe4036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2293</TotalTime>
  <Words>560</Words>
  <Application>Microsoft Office PowerPoint</Application>
  <PresentationFormat>Presentación en pantalla (16:9)</PresentationFormat>
  <Paragraphs>74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ＭＳ Ｐゴシック</vt:lpstr>
      <vt:lpstr>Arial</vt:lpstr>
      <vt:lpstr>Arvo</vt:lpstr>
      <vt:lpstr>Calibri</vt:lpstr>
      <vt:lpstr>Roboto Condensed</vt:lpstr>
      <vt:lpstr>Roboto Condensed Light</vt:lpstr>
      <vt:lpstr>Salerio template</vt:lpstr>
      <vt:lpstr>Análisis de funcionamiento del Chevrolet Captiva EV</vt:lpstr>
      <vt:lpstr>OBJETIVOS</vt:lpstr>
      <vt:lpstr>INTRODUCCION</vt:lpstr>
      <vt:lpstr>MODELO</vt:lpstr>
      <vt:lpstr>Batería</vt:lpstr>
      <vt:lpstr>Diseño de batería (Celda)</vt:lpstr>
      <vt:lpstr>Diseño de batería (Celdas paralelas)</vt:lpstr>
      <vt:lpstr>Diseño de batería (Modulo)</vt:lpstr>
      <vt:lpstr>Diseño de batería (Conjunto de módulos)</vt:lpstr>
      <vt:lpstr>Diseño de batería (Paquete)</vt:lpstr>
      <vt:lpstr>Resultados de bateria</vt:lpstr>
      <vt:lpstr>Diseño motor</vt:lpstr>
      <vt:lpstr>Diseño motor</vt:lpstr>
      <vt:lpstr>Oscilograma del motor</vt:lpstr>
      <vt:lpstr>Simulación Virtual Vehicle Composter</vt:lpstr>
      <vt:lpstr>Simulación Virtual Vehicle Composter</vt:lpstr>
      <vt:lpstr>Simulación Ciclos de conducción</vt:lpstr>
      <vt:lpstr>Simulación Ciclos de conducción</vt:lpstr>
      <vt:lpstr>Simulación Ciclos de conducción</vt:lpstr>
      <vt:lpstr>Conclusiones</vt:lpstr>
      <vt:lpstr>CARRERA DE INGENIERÍA AUTOMOTRIZ – SEDE QUITO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 IMPLEMENTACIÓN DE LA RED WAN PARA LA EMPRESA FAIRIS C.A. SOBRE LA RED MPLS DE PUNTONET</dc:title>
  <dc:creator>Puntonet</dc:creator>
  <cp:lastModifiedBy>Solansh</cp:lastModifiedBy>
  <cp:revision>90</cp:revision>
  <dcterms:modified xsi:type="dcterms:W3CDTF">2026-02-12T22:37:00Z</dcterms:modified>
</cp:coreProperties>
</file>